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75" r:id="rId8"/>
    <p:sldId id="276" r:id="rId9"/>
    <p:sldId id="278" r:id="rId10"/>
    <p:sldId id="279" r:id="rId11"/>
    <p:sldId id="260" r:id="rId12"/>
    <p:sldId id="261" r:id="rId13"/>
    <p:sldId id="262" r:id="rId14"/>
    <p:sldId id="281" r:id="rId15"/>
    <p:sldId id="280" r:id="rId16"/>
    <p:sldId id="282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209916-127A-4E9B-A589-F39978AA036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224469-EC55-4B73-8F7C-EC8BDAE5B509}">
      <dgm:prSet/>
      <dgm:spPr/>
      <dgm:t>
        <a:bodyPr/>
        <a:lstStyle/>
        <a:p>
          <a:r>
            <a:rPr lang="hr-HR" baseline="0"/>
            <a:t>Uvod</a:t>
          </a:r>
          <a:endParaRPr lang="en-US"/>
        </a:p>
      </dgm:t>
    </dgm:pt>
    <dgm:pt modelId="{34CD4429-23C3-41D4-93BE-81F7929EA49D}" type="parTrans" cxnId="{CD2E546B-9686-4629-A736-A146CF2F38E9}">
      <dgm:prSet/>
      <dgm:spPr/>
      <dgm:t>
        <a:bodyPr/>
        <a:lstStyle/>
        <a:p>
          <a:endParaRPr lang="en-US"/>
        </a:p>
      </dgm:t>
    </dgm:pt>
    <dgm:pt modelId="{407E405D-D634-4A45-BC74-FD4AC55B1343}" type="sibTrans" cxnId="{CD2E546B-9686-4629-A736-A146CF2F38E9}">
      <dgm:prSet/>
      <dgm:spPr/>
      <dgm:t>
        <a:bodyPr/>
        <a:lstStyle/>
        <a:p>
          <a:endParaRPr lang="en-US"/>
        </a:p>
      </dgm:t>
    </dgm:pt>
    <dgm:pt modelId="{F02EDDFF-FF49-4D3B-9952-7EABC7BEBCFB}">
      <dgm:prSet/>
      <dgm:spPr/>
      <dgm:t>
        <a:bodyPr/>
        <a:lstStyle/>
        <a:p>
          <a:r>
            <a:rPr lang="hr-HR" dirty="0"/>
            <a:t>Teorijska osnova</a:t>
          </a:r>
          <a:endParaRPr lang="en-US" dirty="0"/>
        </a:p>
      </dgm:t>
    </dgm:pt>
    <dgm:pt modelId="{6D703C57-05FF-4047-88FD-F7BD32B9A7A1}" type="parTrans" cxnId="{8DA9A497-AEFA-427B-91BE-55B0445CD97A}">
      <dgm:prSet/>
      <dgm:spPr/>
      <dgm:t>
        <a:bodyPr/>
        <a:lstStyle/>
        <a:p>
          <a:endParaRPr lang="en-US"/>
        </a:p>
      </dgm:t>
    </dgm:pt>
    <dgm:pt modelId="{0288065D-4483-486E-A21C-52507C52A49F}" type="sibTrans" cxnId="{8DA9A497-AEFA-427B-91BE-55B0445CD97A}">
      <dgm:prSet/>
      <dgm:spPr/>
      <dgm:t>
        <a:bodyPr/>
        <a:lstStyle/>
        <a:p>
          <a:endParaRPr lang="en-US"/>
        </a:p>
      </dgm:t>
    </dgm:pt>
    <dgm:pt modelId="{52D716B4-1152-4545-B5E8-87510E632C64}">
      <dgm:prSet/>
      <dgm:spPr/>
      <dgm:t>
        <a:bodyPr/>
        <a:lstStyle/>
        <a:p>
          <a:r>
            <a:rPr lang="hr-HR" baseline="0" dirty="0"/>
            <a:t>Korištene tehnologije</a:t>
          </a:r>
          <a:endParaRPr lang="en-US" dirty="0"/>
        </a:p>
      </dgm:t>
    </dgm:pt>
    <dgm:pt modelId="{60132A51-E656-450B-AF69-DA240BC95045}" type="parTrans" cxnId="{826F51A1-AD9E-46EA-A0AC-CBCE13566617}">
      <dgm:prSet/>
      <dgm:spPr/>
      <dgm:t>
        <a:bodyPr/>
        <a:lstStyle/>
        <a:p>
          <a:endParaRPr lang="en-US"/>
        </a:p>
      </dgm:t>
    </dgm:pt>
    <dgm:pt modelId="{B9C57449-676B-4B62-9E8C-A8219C4AE8CB}" type="sibTrans" cxnId="{826F51A1-AD9E-46EA-A0AC-CBCE13566617}">
      <dgm:prSet/>
      <dgm:spPr/>
      <dgm:t>
        <a:bodyPr/>
        <a:lstStyle/>
        <a:p>
          <a:endParaRPr lang="en-US"/>
        </a:p>
      </dgm:t>
    </dgm:pt>
    <dgm:pt modelId="{E1755D5D-6659-4E7E-8DC4-CB4CD527BEFA}">
      <dgm:prSet/>
      <dgm:spPr/>
      <dgm:t>
        <a:bodyPr/>
        <a:lstStyle/>
        <a:p>
          <a:r>
            <a:rPr lang="hr-HR" baseline="0" dirty="0"/>
            <a:t>Implementacija aplikacije</a:t>
          </a:r>
          <a:endParaRPr lang="en-US" dirty="0"/>
        </a:p>
      </dgm:t>
    </dgm:pt>
    <dgm:pt modelId="{7A25FC3B-BA77-484A-8A8E-60D1A878C406}" type="parTrans" cxnId="{1CF9B0E0-9284-4B02-8CFA-D15DF277BB4F}">
      <dgm:prSet/>
      <dgm:spPr/>
      <dgm:t>
        <a:bodyPr/>
        <a:lstStyle/>
        <a:p>
          <a:endParaRPr lang="en-US"/>
        </a:p>
      </dgm:t>
    </dgm:pt>
    <dgm:pt modelId="{C44C5FBF-30C6-4373-AC35-09778902D71E}" type="sibTrans" cxnId="{1CF9B0E0-9284-4B02-8CFA-D15DF277BB4F}">
      <dgm:prSet/>
      <dgm:spPr/>
      <dgm:t>
        <a:bodyPr/>
        <a:lstStyle/>
        <a:p>
          <a:endParaRPr lang="en-US"/>
        </a:p>
      </dgm:t>
    </dgm:pt>
    <dgm:pt modelId="{3F851790-0D90-48B9-8358-1B2415145B05}">
      <dgm:prSet/>
      <dgm:spPr/>
      <dgm:t>
        <a:bodyPr/>
        <a:lstStyle/>
        <a:p>
          <a:r>
            <a:rPr lang="hr-HR" baseline="0" dirty="0"/>
            <a:t>Zaključak</a:t>
          </a:r>
          <a:endParaRPr lang="en-US" dirty="0"/>
        </a:p>
      </dgm:t>
    </dgm:pt>
    <dgm:pt modelId="{68A62C2C-C1D4-410E-8A76-29E708EF369A}" type="parTrans" cxnId="{123A201C-7B00-4F1B-AFD2-5F8DB8109DD9}">
      <dgm:prSet/>
      <dgm:spPr/>
      <dgm:t>
        <a:bodyPr/>
        <a:lstStyle/>
        <a:p>
          <a:endParaRPr lang="en-US"/>
        </a:p>
      </dgm:t>
    </dgm:pt>
    <dgm:pt modelId="{04D572CE-ECA3-4A55-8FD2-28E2CF097FFB}" type="sibTrans" cxnId="{123A201C-7B00-4F1B-AFD2-5F8DB8109DD9}">
      <dgm:prSet/>
      <dgm:spPr/>
      <dgm:t>
        <a:bodyPr/>
        <a:lstStyle/>
        <a:p>
          <a:endParaRPr lang="en-US"/>
        </a:p>
      </dgm:t>
    </dgm:pt>
    <dgm:pt modelId="{93CAF83B-A2C0-4C9D-95E8-E21815BFDF89}" type="pres">
      <dgm:prSet presAssocID="{0F209916-127A-4E9B-A589-F39978AA0366}" presName="linear" presStyleCnt="0">
        <dgm:presLayoutVars>
          <dgm:animLvl val="lvl"/>
          <dgm:resizeHandles val="exact"/>
        </dgm:presLayoutVars>
      </dgm:prSet>
      <dgm:spPr/>
    </dgm:pt>
    <dgm:pt modelId="{12175ABE-0D48-4375-97A6-9A6D71364A57}" type="pres">
      <dgm:prSet presAssocID="{25224469-EC55-4B73-8F7C-EC8BDAE5B50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CF306AC-B22C-47A7-94D3-1A556214CA99}" type="pres">
      <dgm:prSet presAssocID="{407E405D-D634-4A45-BC74-FD4AC55B1343}" presName="spacer" presStyleCnt="0"/>
      <dgm:spPr/>
    </dgm:pt>
    <dgm:pt modelId="{30A58BFF-F281-4E45-A7EB-87239568BA47}" type="pres">
      <dgm:prSet presAssocID="{F02EDDFF-FF49-4D3B-9952-7EABC7BEBCF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36CE899-CD8B-47AB-8F81-293F18F949AB}" type="pres">
      <dgm:prSet presAssocID="{0288065D-4483-486E-A21C-52507C52A49F}" presName="spacer" presStyleCnt="0"/>
      <dgm:spPr/>
    </dgm:pt>
    <dgm:pt modelId="{1372B656-F61C-4F70-A32B-A94C8F929273}" type="pres">
      <dgm:prSet presAssocID="{52D716B4-1152-4545-B5E8-87510E632C6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DCAC3BD-992F-457E-8EBC-000275A4FB5A}" type="pres">
      <dgm:prSet presAssocID="{B9C57449-676B-4B62-9E8C-A8219C4AE8CB}" presName="spacer" presStyleCnt="0"/>
      <dgm:spPr/>
    </dgm:pt>
    <dgm:pt modelId="{1657043E-BFBB-42FC-92CE-1F7AA30CCD55}" type="pres">
      <dgm:prSet presAssocID="{E1755D5D-6659-4E7E-8DC4-CB4CD527BEF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C58BE62-61D5-4D19-B5E0-DD5FB2A9A55A}" type="pres">
      <dgm:prSet presAssocID="{C44C5FBF-30C6-4373-AC35-09778902D71E}" presName="spacer" presStyleCnt="0"/>
      <dgm:spPr/>
    </dgm:pt>
    <dgm:pt modelId="{1254A95F-2BEA-4EE6-B3F6-AA49D7167F93}" type="pres">
      <dgm:prSet presAssocID="{3F851790-0D90-48B9-8358-1B2415145B0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F99E40D-6E61-4B59-B51B-D8D3C503E06F}" type="presOf" srcId="{25224469-EC55-4B73-8F7C-EC8BDAE5B509}" destId="{12175ABE-0D48-4375-97A6-9A6D71364A57}" srcOrd="0" destOrd="0" presId="urn:microsoft.com/office/officeart/2005/8/layout/vList2"/>
    <dgm:cxn modelId="{6C6BD519-5ABD-4125-9799-71F70E649970}" type="presOf" srcId="{E1755D5D-6659-4E7E-8DC4-CB4CD527BEFA}" destId="{1657043E-BFBB-42FC-92CE-1F7AA30CCD55}" srcOrd="0" destOrd="0" presId="urn:microsoft.com/office/officeart/2005/8/layout/vList2"/>
    <dgm:cxn modelId="{123A201C-7B00-4F1B-AFD2-5F8DB8109DD9}" srcId="{0F209916-127A-4E9B-A589-F39978AA0366}" destId="{3F851790-0D90-48B9-8358-1B2415145B05}" srcOrd="4" destOrd="0" parTransId="{68A62C2C-C1D4-410E-8A76-29E708EF369A}" sibTransId="{04D572CE-ECA3-4A55-8FD2-28E2CF097FFB}"/>
    <dgm:cxn modelId="{CD2E546B-9686-4629-A736-A146CF2F38E9}" srcId="{0F209916-127A-4E9B-A589-F39978AA0366}" destId="{25224469-EC55-4B73-8F7C-EC8BDAE5B509}" srcOrd="0" destOrd="0" parTransId="{34CD4429-23C3-41D4-93BE-81F7929EA49D}" sibTransId="{407E405D-D634-4A45-BC74-FD4AC55B1343}"/>
    <dgm:cxn modelId="{06D7498A-EE59-458F-BF0C-BC4289045760}" type="presOf" srcId="{F02EDDFF-FF49-4D3B-9952-7EABC7BEBCFB}" destId="{30A58BFF-F281-4E45-A7EB-87239568BA47}" srcOrd="0" destOrd="0" presId="urn:microsoft.com/office/officeart/2005/8/layout/vList2"/>
    <dgm:cxn modelId="{8DA9A497-AEFA-427B-91BE-55B0445CD97A}" srcId="{0F209916-127A-4E9B-A589-F39978AA0366}" destId="{F02EDDFF-FF49-4D3B-9952-7EABC7BEBCFB}" srcOrd="1" destOrd="0" parTransId="{6D703C57-05FF-4047-88FD-F7BD32B9A7A1}" sibTransId="{0288065D-4483-486E-A21C-52507C52A49F}"/>
    <dgm:cxn modelId="{DC1ACB9B-49B2-41DA-9870-6589A7106D81}" type="presOf" srcId="{52D716B4-1152-4545-B5E8-87510E632C64}" destId="{1372B656-F61C-4F70-A32B-A94C8F929273}" srcOrd="0" destOrd="0" presId="urn:microsoft.com/office/officeart/2005/8/layout/vList2"/>
    <dgm:cxn modelId="{826F51A1-AD9E-46EA-A0AC-CBCE13566617}" srcId="{0F209916-127A-4E9B-A589-F39978AA0366}" destId="{52D716B4-1152-4545-B5E8-87510E632C64}" srcOrd="2" destOrd="0" parTransId="{60132A51-E656-450B-AF69-DA240BC95045}" sibTransId="{B9C57449-676B-4B62-9E8C-A8219C4AE8CB}"/>
    <dgm:cxn modelId="{BAB79AA6-0ED2-49DB-87A2-8CD7A36BDE02}" type="presOf" srcId="{0F209916-127A-4E9B-A589-F39978AA0366}" destId="{93CAF83B-A2C0-4C9D-95E8-E21815BFDF89}" srcOrd="0" destOrd="0" presId="urn:microsoft.com/office/officeart/2005/8/layout/vList2"/>
    <dgm:cxn modelId="{FA4DDBB7-1BEA-4D6B-AFEB-3D6E8E20A996}" type="presOf" srcId="{3F851790-0D90-48B9-8358-1B2415145B05}" destId="{1254A95F-2BEA-4EE6-B3F6-AA49D7167F93}" srcOrd="0" destOrd="0" presId="urn:microsoft.com/office/officeart/2005/8/layout/vList2"/>
    <dgm:cxn modelId="{1CF9B0E0-9284-4B02-8CFA-D15DF277BB4F}" srcId="{0F209916-127A-4E9B-A589-F39978AA0366}" destId="{E1755D5D-6659-4E7E-8DC4-CB4CD527BEFA}" srcOrd="3" destOrd="0" parTransId="{7A25FC3B-BA77-484A-8A8E-60D1A878C406}" sibTransId="{C44C5FBF-30C6-4373-AC35-09778902D71E}"/>
    <dgm:cxn modelId="{60053107-7717-43DC-A4EC-066E254CABE9}" type="presParOf" srcId="{93CAF83B-A2C0-4C9D-95E8-E21815BFDF89}" destId="{12175ABE-0D48-4375-97A6-9A6D71364A57}" srcOrd="0" destOrd="0" presId="urn:microsoft.com/office/officeart/2005/8/layout/vList2"/>
    <dgm:cxn modelId="{38B5597C-43EE-4052-87FF-BFC119E77A0A}" type="presParOf" srcId="{93CAF83B-A2C0-4C9D-95E8-E21815BFDF89}" destId="{DCF306AC-B22C-47A7-94D3-1A556214CA99}" srcOrd="1" destOrd="0" presId="urn:microsoft.com/office/officeart/2005/8/layout/vList2"/>
    <dgm:cxn modelId="{8244EDD7-154B-42EF-8FA7-6B2CBD807448}" type="presParOf" srcId="{93CAF83B-A2C0-4C9D-95E8-E21815BFDF89}" destId="{30A58BFF-F281-4E45-A7EB-87239568BA47}" srcOrd="2" destOrd="0" presId="urn:microsoft.com/office/officeart/2005/8/layout/vList2"/>
    <dgm:cxn modelId="{A7A4D58A-2578-41F8-B689-4436A80CB760}" type="presParOf" srcId="{93CAF83B-A2C0-4C9D-95E8-E21815BFDF89}" destId="{F36CE899-CD8B-47AB-8F81-293F18F949AB}" srcOrd="3" destOrd="0" presId="urn:microsoft.com/office/officeart/2005/8/layout/vList2"/>
    <dgm:cxn modelId="{E57198DC-049A-4F70-A739-1BADB44D8476}" type="presParOf" srcId="{93CAF83B-A2C0-4C9D-95E8-E21815BFDF89}" destId="{1372B656-F61C-4F70-A32B-A94C8F929273}" srcOrd="4" destOrd="0" presId="urn:microsoft.com/office/officeart/2005/8/layout/vList2"/>
    <dgm:cxn modelId="{C2CAC67B-6AE4-45BB-AD44-155051A489F1}" type="presParOf" srcId="{93CAF83B-A2C0-4C9D-95E8-E21815BFDF89}" destId="{2DCAC3BD-992F-457E-8EBC-000275A4FB5A}" srcOrd="5" destOrd="0" presId="urn:microsoft.com/office/officeart/2005/8/layout/vList2"/>
    <dgm:cxn modelId="{85DCA899-6C69-42CA-B5C4-C57B1744A852}" type="presParOf" srcId="{93CAF83B-A2C0-4C9D-95E8-E21815BFDF89}" destId="{1657043E-BFBB-42FC-92CE-1F7AA30CCD55}" srcOrd="6" destOrd="0" presId="urn:microsoft.com/office/officeart/2005/8/layout/vList2"/>
    <dgm:cxn modelId="{DC174496-8094-43A4-B256-F7A2AAA38CA5}" type="presParOf" srcId="{93CAF83B-A2C0-4C9D-95E8-E21815BFDF89}" destId="{3C58BE62-61D5-4D19-B5E0-DD5FB2A9A55A}" srcOrd="7" destOrd="0" presId="urn:microsoft.com/office/officeart/2005/8/layout/vList2"/>
    <dgm:cxn modelId="{26A66C12-3622-4996-BA7B-8C067C458FA6}" type="presParOf" srcId="{93CAF83B-A2C0-4C9D-95E8-E21815BFDF89}" destId="{1254A95F-2BEA-4EE6-B3F6-AA49D7167F9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1D93C1-0448-47C9-B7BC-22422771CA47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8E40189-255D-4DB1-82D7-D6F311CD5A80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hr-HR" dirty="0"/>
            <a:t>Python</a:t>
          </a:r>
          <a:endParaRPr lang="en-US" dirty="0"/>
        </a:p>
      </dgm:t>
    </dgm:pt>
    <dgm:pt modelId="{6A9D9722-56A8-4491-B38F-CB71D9D02026}" type="parTrans" cxnId="{E32EB042-44E2-44E5-BEF5-F8EBD9736B23}">
      <dgm:prSet/>
      <dgm:spPr/>
      <dgm:t>
        <a:bodyPr/>
        <a:lstStyle/>
        <a:p>
          <a:endParaRPr lang="en-US"/>
        </a:p>
      </dgm:t>
    </dgm:pt>
    <dgm:pt modelId="{84D23D91-E457-4B36-8AC3-6E90F893AF41}" type="sibTrans" cxnId="{E32EB042-44E2-44E5-BEF5-F8EBD9736B23}">
      <dgm:prSet/>
      <dgm:spPr/>
      <dgm:t>
        <a:bodyPr/>
        <a:lstStyle/>
        <a:p>
          <a:endParaRPr lang="en-US"/>
        </a:p>
      </dgm:t>
    </dgm:pt>
    <dgm:pt modelId="{A9C5ED64-1B77-4039-A1B2-7F2C41DB168B}">
      <dgm:prSet/>
      <dgm:spPr/>
      <dgm:t>
        <a:bodyPr/>
        <a:lstStyle/>
        <a:p>
          <a:r>
            <a:rPr lang="hr-HR" i="0" dirty="0"/>
            <a:t>NumPy/SciPy – matematički izrazi</a:t>
          </a:r>
          <a:endParaRPr lang="en-US" dirty="0"/>
        </a:p>
      </dgm:t>
    </dgm:pt>
    <dgm:pt modelId="{938510F2-9135-4748-BAC7-10667D441F90}" type="parTrans" cxnId="{34203A5F-622D-4EDA-8BEA-7C875A43E078}">
      <dgm:prSet/>
      <dgm:spPr/>
      <dgm:t>
        <a:bodyPr/>
        <a:lstStyle/>
        <a:p>
          <a:endParaRPr lang="en-US"/>
        </a:p>
      </dgm:t>
    </dgm:pt>
    <dgm:pt modelId="{84C962D7-71AC-4904-B320-FF40C9D7C334}" type="sibTrans" cxnId="{34203A5F-622D-4EDA-8BEA-7C875A43E078}">
      <dgm:prSet/>
      <dgm:spPr/>
      <dgm:t>
        <a:bodyPr/>
        <a:lstStyle/>
        <a:p>
          <a:endParaRPr lang="en-US"/>
        </a:p>
      </dgm:t>
    </dgm:pt>
    <dgm:pt modelId="{FDB72D4F-1F69-456F-9D9B-608084A015F5}">
      <dgm:prSet/>
      <dgm:spPr/>
      <dgm:t>
        <a:bodyPr/>
        <a:lstStyle/>
        <a:p>
          <a:r>
            <a:rPr lang="hr-HR" dirty="0"/>
            <a:t>SQLite – baza materijala</a:t>
          </a:r>
          <a:endParaRPr lang="en-US" dirty="0"/>
        </a:p>
      </dgm:t>
    </dgm:pt>
    <dgm:pt modelId="{689C730D-198A-4DA2-A598-B36D0F180E34}" type="parTrans" cxnId="{7B55EF08-FFDA-4F7B-9047-C3C6E5E6BF08}">
      <dgm:prSet/>
      <dgm:spPr/>
      <dgm:t>
        <a:bodyPr/>
        <a:lstStyle/>
        <a:p>
          <a:endParaRPr lang="en-US"/>
        </a:p>
      </dgm:t>
    </dgm:pt>
    <dgm:pt modelId="{A0A7B1AB-9E54-4CDA-8A6F-69FEF89D8AB7}" type="sibTrans" cxnId="{7B55EF08-FFDA-4F7B-9047-C3C6E5E6BF08}">
      <dgm:prSet/>
      <dgm:spPr/>
      <dgm:t>
        <a:bodyPr/>
        <a:lstStyle/>
        <a:p>
          <a:endParaRPr lang="en-US"/>
        </a:p>
      </dgm:t>
    </dgm:pt>
    <dgm:pt modelId="{8D58BA3C-0C74-4618-ADC8-205480C00E59}">
      <dgm:prSet/>
      <dgm:spPr/>
      <dgm:t>
        <a:bodyPr/>
        <a:lstStyle/>
        <a:p>
          <a:r>
            <a:rPr lang="hr-HR" dirty="0"/>
            <a:t>Matplotlib - grafovi</a:t>
          </a:r>
          <a:endParaRPr lang="en-US" dirty="0"/>
        </a:p>
      </dgm:t>
    </dgm:pt>
    <dgm:pt modelId="{E51B03FD-154A-4793-9CF2-53EEF8FB925F}" type="parTrans" cxnId="{B4C0828C-EE76-4D5C-9810-A84733EB5C05}">
      <dgm:prSet/>
      <dgm:spPr/>
      <dgm:t>
        <a:bodyPr/>
        <a:lstStyle/>
        <a:p>
          <a:endParaRPr lang="hr-HR"/>
        </a:p>
      </dgm:t>
    </dgm:pt>
    <dgm:pt modelId="{4DFF5315-54BE-4091-A3AA-E7168F2A329D}" type="sibTrans" cxnId="{B4C0828C-EE76-4D5C-9810-A84733EB5C05}">
      <dgm:prSet/>
      <dgm:spPr/>
      <dgm:t>
        <a:bodyPr/>
        <a:lstStyle/>
        <a:p>
          <a:endParaRPr lang="hr-HR"/>
        </a:p>
      </dgm:t>
    </dgm:pt>
    <dgm:pt modelId="{FAE5D236-2DFE-4EB2-A983-F9AD9621526F}">
      <dgm:prSet/>
      <dgm:spPr/>
      <dgm:t>
        <a:bodyPr/>
        <a:lstStyle/>
        <a:p>
          <a:r>
            <a:rPr lang="hr-HR" dirty="0"/>
            <a:t>PyQt6 - GUI</a:t>
          </a:r>
          <a:endParaRPr lang="en-US" dirty="0"/>
        </a:p>
      </dgm:t>
    </dgm:pt>
    <dgm:pt modelId="{04137DA2-64EE-4DB5-937B-CCF1E062D327}" type="parTrans" cxnId="{D17F3C4D-0273-4F3B-935C-E334E9BEA19E}">
      <dgm:prSet/>
      <dgm:spPr/>
      <dgm:t>
        <a:bodyPr/>
        <a:lstStyle/>
        <a:p>
          <a:endParaRPr lang="en-US"/>
        </a:p>
      </dgm:t>
    </dgm:pt>
    <dgm:pt modelId="{4A4DBA8C-40A4-4F98-A9BC-1D8F7FCA2B99}" type="sibTrans" cxnId="{D17F3C4D-0273-4F3B-935C-E334E9BEA19E}">
      <dgm:prSet/>
      <dgm:spPr/>
      <dgm:t>
        <a:bodyPr/>
        <a:lstStyle/>
        <a:p>
          <a:endParaRPr lang="en-US"/>
        </a:p>
      </dgm:t>
    </dgm:pt>
    <dgm:pt modelId="{E1C0B968-4E7F-4A1B-8081-FD6848795F46}" type="pres">
      <dgm:prSet presAssocID="{E81D93C1-0448-47C9-B7BC-22422771CA47}" presName="Name0" presStyleCnt="0">
        <dgm:presLayoutVars>
          <dgm:dir/>
          <dgm:animLvl val="lvl"/>
          <dgm:resizeHandles val="exact"/>
        </dgm:presLayoutVars>
      </dgm:prSet>
      <dgm:spPr/>
    </dgm:pt>
    <dgm:pt modelId="{6773A2EB-31E5-4866-9533-27E13A7F6866}" type="pres">
      <dgm:prSet presAssocID="{48E40189-255D-4DB1-82D7-D6F311CD5A80}" presName="boxAndChildren" presStyleCnt="0"/>
      <dgm:spPr/>
    </dgm:pt>
    <dgm:pt modelId="{64582343-C914-48EC-9B41-D055A10A7301}" type="pres">
      <dgm:prSet presAssocID="{48E40189-255D-4DB1-82D7-D6F311CD5A80}" presName="parentTextBox" presStyleLbl="node1" presStyleIdx="0" presStyleCnt="1"/>
      <dgm:spPr/>
    </dgm:pt>
    <dgm:pt modelId="{A0B546AB-935C-4F5A-8E64-6C1C8F1749C0}" type="pres">
      <dgm:prSet presAssocID="{48E40189-255D-4DB1-82D7-D6F311CD5A80}" presName="entireBox" presStyleLbl="node1" presStyleIdx="0" presStyleCnt="1"/>
      <dgm:spPr/>
    </dgm:pt>
    <dgm:pt modelId="{8290B94B-9DC2-4DF8-AD05-A4467D337BC9}" type="pres">
      <dgm:prSet presAssocID="{48E40189-255D-4DB1-82D7-D6F311CD5A80}" presName="descendantBox" presStyleCnt="0"/>
      <dgm:spPr/>
    </dgm:pt>
    <dgm:pt modelId="{094BB65C-2936-4DB8-B939-4016BE94F84B}" type="pres">
      <dgm:prSet presAssocID="{FAE5D236-2DFE-4EB2-A983-F9AD9621526F}" presName="childTextBox" presStyleLbl="fgAccFollowNode1" presStyleIdx="0" presStyleCnt="4">
        <dgm:presLayoutVars>
          <dgm:bulletEnabled val="1"/>
        </dgm:presLayoutVars>
      </dgm:prSet>
      <dgm:spPr/>
    </dgm:pt>
    <dgm:pt modelId="{588B44B3-FECB-4265-B502-DFB0F256BA54}" type="pres">
      <dgm:prSet presAssocID="{A9C5ED64-1B77-4039-A1B2-7F2C41DB168B}" presName="childTextBox" presStyleLbl="fgAccFollowNode1" presStyleIdx="1" presStyleCnt="4">
        <dgm:presLayoutVars>
          <dgm:bulletEnabled val="1"/>
        </dgm:presLayoutVars>
      </dgm:prSet>
      <dgm:spPr/>
    </dgm:pt>
    <dgm:pt modelId="{D828CEB6-708C-492A-BE7C-F7AFF80114AC}" type="pres">
      <dgm:prSet presAssocID="{FDB72D4F-1F69-456F-9D9B-608084A015F5}" presName="childTextBox" presStyleLbl="fgAccFollowNode1" presStyleIdx="2" presStyleCnt="4">
        <dgm:presLayoutVars>
          <dgm:bulletEnabled val="1"/>
        </dgm:presLayoutVars>
      </dgm:prSet>
      <dgm:spPr/>
    </dgm:pt>
    <dgm:pt modelId="{CB001E31-6172-4D67-96BE-B03723EE9F09}" type="pres">
      <dgm:prSet presAssocID="{8D58BA3C-0C74-4618-ADC8-205480C00E59}" presName="childTextBox" presStyleLbl="fgAccFollowNode1" presStyleIdx="3" presStyleCnt="4">
        <dgm:presLayoutVars>
          <dgm:bulletEnabled val="1"/>
        </dgm:presLayoutVars>
      </dgm:prSet>
      <dgm:spPr/>
    </dgm:pt>
  </dgm:ptLst>
  <dgm:cxnLst>
    <dgm:cxn modelId="{3132AE02-0123-45E9-AE37-3F06F276AD7A}" type="presOf" srcId="{FDB72D4F-1F69-456F-9D9B-608084A015F5}" destId="{D828CEB6-708C-492A-BE7C-F7AFF80114AC}" srcOrd="0" destOrd="0" presId="urn:microsoft.com/office/officeart/2005/8/layout/process4"/>
    <dgm:cxn modelId="{7B55EF08-FFDA-4F7B-9047-C3C6E5E6BF08}" srcId="{48E40189-255D-4DB1-82D7-D6F311CD5A80}" destId="{FDB72D4F-1F69-456F-9D9B-608084A015F5}" srcOrd="2" destOrd="0" parTransId="{689C730D-198A-4DA2-A598-B36D0F180E34}" sibTransId="{A0A7B1AB-9E54-4CDA-8A6F-69FEF89D8AB7}"/>
    <dgm:cxn modelId="{34203A5F-622D-4EDA-8BEA-7C875A43E078}" srcId="{48E40189-255D-4DB1-82D7-D6F311CD5A80}" destId="{A9C5ED64-1B77-4039-A1B2-7F2C41DB168B}" srcOrd="1" destOrd="0" parTransId="{938510F2-9135-4748-BAC7-10667D441F90}" sibTransId="{84C962D7-71AC-4904-B320-FF40C9D7C334}"/>
    <dgm:cxn modelId="{E32EB042-44E2-44E5-BEF5-F8EBD9736B23}" srcId="{E81D93C1-0448-47C9-B7BC-22422771CA47}" destId="{48E40189-255D-4DB1-82D7-D6F311CD5A80}" srcOrd="0" destOrd="0" parTransId="{6A9D9722-56A8-4491-B38F-CB71D9D02026}" sibTransId="{84D23D91-E457-4B36-8AC3-6E90F893AF41}"/>
    <dgm:cxn modelId="{C5AF6863-BCD1-46E0-A7D3-87A55017334C}" type="presOf" srcId="{E81D93C1-0448-47C9-B7BC-22422771CA47}" destId="{E1C0B968-4E7F-4A1B-8081-FD6848795F46}" srcOrd="0" destOrd="0" presId="urn:microsoft.com/office/officeart/2005/8/layout/process4"/>
    <dgm:cxn modelId="{246FD04B-7523-404B-AC41-2D9F109367DA}" type="presOf" srcId="{A9C5ED64-1B77-4039-A1B2-7F2C41DB168B}" destId="{588B44B3-FECB-4265-B502-DFB0F256BA54}" srcOrd="0" destOrd="0" presId="urn:microsoft.com/office/officeart/2005/8/layout/process4"/>
    <dgm:cxn modelId="{D17F3C4D-0273-4F3B-935C-E334E9BEA19E}" srcId="{48E40189-255D-4DB1-82D7-D6F311CD5A80}" destId="{FAE5D236-2DFE-4EB2-A983-F9AD9621526F}" srcOrd="0" destOrd="0" parTransId="{04137DA2-64EE-4DB5-937B-CCF1E062D327}" sibTransId="{4A4DBA8C-40A4-4F98-A9BC-1D8F7FCA2B99}"/>
    <dgm:cxn modelId="{51C5A058-2503-4FA3-8EF8-841DFE1A0462}" type="presOf" srcId="{48E40189-255D-4DB1-82D7-D6F311CD5A80}" destId="{64582343-C914-48EC-9B41-D055A10A7301}" srcOrd="0" destOrd="0" presId="urn:microsoft.com/office/officeart/2005/8/layout/process4"/>
    <dgm:cxn modelId="{B4C0828C-EE76-4D5C-9810-A84733EB5C05}" srcId="{48E40189-255D-4DB1-82D7-D6F311CD5A80}" destId="{8D58BA3C-0C74-4618-ADC8-205480C00E59}" srcOrd="3" destOrd="0" parTransId="{E51B03FD-154A-4793-9CF2-53EEF8FB925F}" sibTransId="{4DFF5315-54BE-4091-A3AA-E7168F2A329D}"/>
    <dgm:cxn modelId="{6BB1C6A0-46EF-4064-B7A9-2F98678565ED}" type="presOf" srcId="{FAE5D236-2DFE-4EB2-A983-F9AD9621526F}" destId="{094BB65C-2936-4DB8-B939-4016BE94F84B}" srcOrd="0" destOrd="0" presId="urn:microsoft.com/office/officeart/2005/8/layout/process4"/>
    <dgm:cxn modelId="{D823A1E5-8DE6-4A4C-B22B-B4ED2C3001E6}" type="presOf" srcId="{8D58BA3C-0C74-4618-ADC8-205480C00E59}" destId="{CB001E31-6172-4D67-96BE-B03723EE9F09}" srcOrd="0" destOrd="0" presId="urn:microsoft.com/office/officeart/2005/8/layout/process4"/>
    <dgm:cxn modelId="{BFE6D4ED-ED95-45C9-8AC2-A8D181785DA6}" type="presOf" srcId="{48E40189-255D-4DB1-82D7-D6F311CD5A80}" destId="{A0B546AB-935C-4F5A-8E64-6C1C8F1749C0}" srcOrd="1" destOrd="0" presId="urn:microsoft.com/office/officeart/2005/8/layout/process4"/>
    <dgm:cxn modelId="{DBEF8607-EDE8-48DC-924E-940EC46D8794}" type="presParOf" srcId="{E1C0B968-4E7F-4A1B-8081-FD6848795F46}" destId="{6773A2EB-31E5-4866-9533-27E13A7F6866}" srcOrd="0" destOrd="0" presId="urn:microsoft.com/office/officeart/2005/8/layout/process4"/>
    <dgm:cxn modelId="{015E7721-809B-4A84-A743-8D8FF74AA1F4}" type="presParOf" srcId="{6773A2EB-31E5-4866-9533-27E13A7F6866}" destId="{64582343-C914-48EC-9B41-D055A10A7301}" srcOrd="0" destOrd="0" presId="urn:microsoft.com/office/officeart/2005/8/layout/process4"/>
    <dgm:cxn modelId="{2219D030-BBAA-4632-B97B-60F61214A2A3}" type="presParOf" srcId="{6773A2EB-31E5-4866-9533-27E13A7F6866}" destId="{A0B546AB-935C-4F5A-8E64-6C1C8F1749C0}" srcOrd="1" destOrd="0" presId="urn:microsoft.com/office/officeart/2005/8/layout/process4"/>
    <dgm:cxn modelId="{F03755A5-853A-415F-9FFA-23E343FD073E}" type="presParOf" srcId="{6773A2EB-31E5-4866-9533-27E13A7F6866}" destId="{8290B94B-9DC2-4DF8-AD05-A4467D337BC9}" srcOrd="2" destOrd="0" presId="urn:microsoft.com/office/officeart/2005/8/layout/process4"/>
    <dgm:cxn modelId="{E1B55ED4-2305-479F-805C-AAB81F785D7E}" type="presParOf" srcId="{8290B94B-9DC2-4DF8-AD05-A4467D337BC9}" destId="{094BB65C-2936-4DB8-B939-4016BE94F84B}" srcOrd="0" destOrd="0" presId="urn:microsoft.com/office/officeart/2005/8/layout/process4"/>
    <dgm:cxn modelId="{8CCAC8C0-1A25-49FD-AE71-082D48E0CCE0}" type="presParOf" srcId="{8290B94B-9DC2-4DF8-AD05-A4467D337BC9}" destId="{588B44B3-FECB-4265-B502-DFB0F256BA54}" srcOrd="1" destOrd="0" presId="urn:microsoft.com/office/officeart/2005/8/layout/process4"/>
    <dgm:cxn modelId="{33BA1149-A98E-4B06-97E5-3B861FD44D08}" type="presParOf" srcId="{8290B94B-9DC2-4DF8-AD05-A4467D337BC9}" destId="{D828CEB6-708C-492A-BE7C-F7AFF80114AC}" srcOrd="2" destOrd="0" presId="urn:microsoft.com/office/officeart/2005/8/layout/process4"/>
    <dgm:cxn modelId="{83A77FF1-D79A-4D54-AF71-D621217E4505}" type="presParOf" srcId="{8290B94B-9DC2-4DF8-AD05-A4467D337BC9}" destId="{CB001E31-6172-4D67-96BE-B03723EE9F09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1D93C1-0448-47C9-B7BC-22422771CA47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8E40189-255D-4DB1-82D7-D6F311CD5A80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hr-HR" dirty="0"/>
            <a:t>Aplikacija</a:t>
          </a:r>
          <a:endParaRPr lang="en-US" dirty="0"/>
        </a:p>
      </dgm:t>
    </dgm:pt>
    <dgm:pt modelId="{6A9D9722-56A8-4491-B38F-CB71D9D02026}" type="parTrans" cxnId="{E32EB042-44E2-44E5-BEF5-F8EBD9736B23}">
      <dgm:prSet/>
      <dgm:spPr/>
      <dgm:t>
        <a:bodyPr/>
        <a:lstStyle/>
        <a:p>
          <a:endParaRPr lang="en-US"/>
        </a:p>
      </dgm:t>
    </dgm:pt>
    <dgm:pt modelId="{84D23D91-E457-4B36-8AC3-6E90F893AF41}" type="sibTrans" cxnId="{E32EB042-44E2-44E5-BEF5-F8EBD9736B23}">
      <dgm:prSet/>
      <dgm:spPr/>
      <dgm:t>
        <a:bodyPr/>
        <a:lstStyle/>
        <a:p>
          <a:endParaRPr lang="en-US"/>
        </a:p>
      </dgm:t>
    </dgm:pt>
    <dgm:pt modelId="{A9C5ED64-1B77-4039-A1B2-7F2C41DB168B}">
      <dgm:prSet/>
      <dgm:spPr/>
      <dgm:t>
        <a:bodyPr/>
        <a:lstStyle/>
        <a:p>
          <a:r>
            <a:rPr lang="hr-HR" i="0" dirty="0"/>
            <a:t>Materijali</a:t>
          </a:r>
          <a:endParaRPr lang="en-US" dirty="0"/>
        </a:p>
      </dgm:t>
    </dgm:pt>
    <dgm:pt modelId="{938510F2-9135-4748-BAC7-10667D441F90}" type="parTrans" cxnId="{34203A5F-622D-4EDA-8BEA-7C875A43E078}">
      <dgm:prSet/>
      <dgm:spPr/>
      <dgm:t>
        <a:bodyPr/>
        <a:lstStyle/>
        <a:p>
          <a:endParaRPr lang="en-US"/>
        </a:p>
      </dgm:t>
    </dgm:pt>
    <dgm:pt modelId="{84C962D7-71AC-4904-B320-FF40C9D7C334}" type="sibTrans" cxnId="{34203A5F-622D-4EDA-8BEA-7C875A43E078}">
      <dgm:prSet/>
      <dgm:spPr/>
      <dgm:t>
        <a:bodyPr/>
        <a:lstStyle/>
        <a:p>
          <a:endParaRPr lang="en-US"/>
        </a:p>
      </dgm:t>
    </dgm:pt>
    <dgm:pt modelId="{FDB72D4F-1F69-456F-9D9B-608084A015F5}">
      <dgm:prSet/>
      <dgm:spPr/>
      <dgm:t>
        <a:bodyPr/>
        <a:lstStyle/>
        <a:p>
          <a:r>
            <a:rPr lang="hr-HR" dirty="0"/>
            <a:t>Vizualizacija</a:t>
          </a:r>
          <a:endParaRPr lang="en-US" dirty="0"/>
        </a:p>
      </dgm:t>
    </dgm:pt>
    <dgm:pt modelId="{689C730D-198A-4DA2-A598-B36D0F180E34}" type="parTrans" cxnId="{7B55EF08-FFDA-4F7B-9047-C3C6E5E6BF08}">
      <dgm:prSet/>
      <dgm:spPr/>
      <dgm:t>
        <a:bodyPr/>
        <a:lstStyle/>
        <a:p>
          <a:endParaRPr lang="en-US"/>
        </a:p>
      </dgm:t>
    </dgm:pt>
    <dgm:pt modelId="{A0A7B1AB-9E54-4CDA-8A6F-69FEF89D8AB7}" type="sibTrans" cxnId="{7B55EF08-FFDA-4F7B-9047-C3C6E5E6BF08}">
      <dgm:prSet/>
      <dgm:spPr/>
      <dgm:t>
        <a:bodyPr/>
        <a:lstStyle/>
        <a:p>
          <a:endParaRPr lang="en-US"/>
        </a:p>
      </dgm:t>
    </dgm:pt>
    <dgm:pt modelId="{8D58BA3C-0C74-4618-ADC8-205480C00E59}">
      <dgm:prSet/>
      <dgm:spPr/>
      <dgm:t>
        <a:bodyPr/>
        <a:lstStyle/>
        <a:p>
          <a:r>
            <a:rPr lang="hr-HR" dirty="0"/>
            <a:t>Audio</a:t>
          </a:r>
          <a:endParaRPr lang="en-US" dirty="0"/>
        </a:p>
      </dgm:t>
    </dgm:pt>
    <dgm:pt modelId="{E51B03FD-154A-4793-9CF2-53EEF8FB925F}" type="parTrans" cxnId="{B4C0828C-EE76-4D5C-9810-A84733EB5C05}">
      <dgm:prSet/>
      <dgm:spPr/>
      <dgm:t>
        <a:bodyPr/>
        <a:lstStyle/>
        <a:p>
          <a:endParaRPr lang="hr-HR"/>
        </a:p>
      </dgm:t>
    </dgm:pt>
    <dgm:pt modelId="{4DFF5315-54BE-4091-A3AA-E7168F2A329D}" type="sibTrans" cxnId="{B4C0828C-EE76-4D5C-9810-A84733EB5C05}">
      <dgm:prSet/>
      <dgm:spPr/>
      <dgm:t>
        <a:bodyPr/>
        <a:lstStyle/>
        <a:p>
          <a:endParaRPr lang="hr-HR"/>
        </a:p>
      </dgm:t>
    </dgm:pt>
    <dgm:pt modelId="{FAE5D236-2DFE-4EB2-A983-F9AD9621526F}">
      <dgm:prSet/>
      <dgm:spPr/>
      <dgm:t>
        <a:bodyPr/>
        <a:lstStyle/>
        <a:p>
          <a:r>
            <a:rPr lang="hr-HR" dirty="0"/>
            <a:t>Ulazi</a:t>
          </a:r>
          <a:endParaRPr lang="en-US" dirty="0"/>
        </a:p>
      </dgm:t>
    </dgm:pt>
    <dgm:pt modelId="{04137DA2-64EE-4DB5-937B-CCF1E062D327}" type="parTrans" cxnId="{D17F3C4D-0273-4F3B-935C-E334E9BEA19E}">
      <dgm:prSet/>
      <dgm:spPr/>
      <dgm:t>
        <a:bodyPr/>
        <a:lstStyle/>
        <a:p>
          <a:endParaRPr lang="en-US"/>
        </a:p>
      </dgm:t>
    </dgm:pt>
    <dgm:pt modelId="{4A4DBA8C-40A4-4F98-A9BC-1D8F7FCA2B99}" type="sibTrans" cxnId="{D17F3C4D-0273-4F3B-935C-E334E9BEA19E}">
      <dgm:prSet/>
      <dgm:spPr/>
      <dgm:t>
        <a:bodyPr/>
        <a:lstStyle/>
        <a:p>
          <a:endParaRPr lang="en-US"/>
        </a:p>
      </dgm:t>
    </dgm:pt>
    <dgm:pt modelId="{1C59C8E2-C9F0-4F51-8D82-994F8E8581DA}">
      <dgm:prSet/>
      <dgm:spPr/>
      <dgm:t>
        <a:bodyPr/>
        <a:lstStyle/>
        <a:p>
          <a:r>
            <a:rPr lang="hr-HR"/>
            <a:t>Rezultati</a:t>
          </a:r>
          <a:endParaRPr lang="en-US" dirty="0"/>
        </a:p>
      </dgm:t>
    </dgm:pt>
    <dgm:pt modelId="{31AF5FB1-8DE1-4ABF-90A7-3F02168011A0}" type="parTrans" cxnId="{8AA957CF-3887-422F-8984-0F7784FFE170}">
      <dgm:prSet/>
      <dgm:spPr/>
      <dgm:t>
        <a:bodyPr/>
        <a:lstStyle/>
        <a:p>
          <a:endParaRPr lang="hr-HR"/>
        </a:p>
      </dgm:t>
    </dgm:pt>
    <dgm:pt modelId="{38F3CA07-7C7E-429C-964E-F9AD1F375599}" type="sibTrans" cxnId="{8AA957CF-3887-422F-8984-0F7784FFE170}">
      <dgm:prSet/>
      <dgm:spPr/>
      <dgm:t>
        <a:bodyPr/>
        <a:lstStyle/>
        <a:p>
          <a:endParaRPr lang="hr-HR"/>
        </a:p>
      </dgm:t>
    </dgm:pt>
    <dgm:pt modelId="{E1C0B968-4E7F-4A1B-8081-FD6848795F46}" type="pres">
      <dgm:prSet presAssocID="{E81D93C1-0448-47C9-B7BC-22422771CA47}" presName="Name0" presStyleCnt="0">
        <dgm:presLayoutVars>
          <dgm:dir/>
          <dgm:animLvl val="lvl"/>
          <dgm:resizeHandles val="exact"/>
        </dgm:presLayoutVars>
      </dgm:prSet>
      <dgm:spPr/>
    </dgm:pt>
    <dgm:pt modelId="{6773A2EB-31E5-4866-9533-27E13A7F6866}" type="pres">
      <dgm:prSet presAssocID="{48E40189-255D-4DB1-82D7-D6F311CD5A80}" presName="boxAndChildren" presStyleCnt="0"/>
      <dgm:spPr/>
    </dgm:pt>
    <dgm:pt modelId="{64582343-C914-48EC-9B41-D055A10A7301}" type="pres">
      <dgm:prSet presAssocID="{48E40189-255D-4DB1-82D7-D6F311CD5A80}" presName="parentTextBox" presStyleLbl="node1" presStyleIdx="0" presStyleCnt="1"/>
      <dgm:spPr/>
    </dgm:pt>
    <dgm:pt modelId="{A0B546AB-935C-4F5A-8E64-6C1C8F1749C0}" type="pres">
      <dgm:prSet presAssocID="{48E40189-255D-4DB1-82D7-D6F311CD5A80}" presName="entireBox" presStyleLbl="node1" presStyleIdx="0" presStyleCnt="1"/>
      <dgm:spPr/>
    </dgm:pt>
    <dgm:pt modelId="{8290B94B-9DC2-4DF8-AD05-A4467D337BC9}" type="pres">
      <dgm:prSet presAssocID="{48E40189-255D-4DB1-82D7-D6F311CD5A80}" presName="descendantBox" presStyleCnt="0"/>
      <dgm:spPr/>
    </dgm:pt>
    <dgm:pt modelId="{094BB65C-2936-4DB8-B939-4016BE94F84B}" type="pres">
      <dgm:prSet presAssocID="{FAE5D236-2DFE-4EB2-A983-F9AD9621526F}" presName="childTextBox" presStyleLbl="fgAccFollowNode1" presStyleIdx="0" presStyleCnt="5">
        <dgm:presLayoutVars>
          <dgm:bulletEnabled val="1"/>
        </dgm:presLayoutVars>
      </dgm:prSet>
      <dgm:spPr/>
    </dgm:pt>
    <dgm:pt modelId="{588B44B3-FECB-4265-B502-DFB0F256BA54}" type="pres">
      <dgm:prSet presAssocID="{A9C5ED64-1B77-4039-A1B2-7F2C41DB168B}" presName="childTextBox" presStyleLbl="fgAccFollowNode1" presStyleIdx="1" presStyleCnt="5">
        <dgm:presLayoutVars>
          <dgm:bulletEnabled val="1"/>
        </dgm:presLayoutVars>
      </dgm:prSet>
      <dgm:spPr/>
    </dgm:pt>
    <dgm:pt modelId="{D828CEB6-708C-492A-BE7C-F7AFF80114AC}" type="pres">
      <dgm:prSet presAssocID="{FDB72D4F-1F69-456F-9D9B-608084A015F5}" presName="childTextBox" presStyleLbl="fgAccFollowNode1" presStyleIdx="2" presStyleCnt="5">
        <dgm:presLayoutVars>
          <dgm:bulletEnabled val="1"/>
        </dgm:presLayoutVars>
      </dgm:prSet>
      <dgm:spPr/>
    </dgm:pt>
    <dgm:pt modelId="{CB001E31-6172-4D67-96BE-B03723EE9F09}" type="pres">
      <dgm:prSet presAssocID="{8D58BA3C-0C74-4618-ADC8-205480C00E59}" presName="childTextBox" presStyleLbl="fgAccFollowNode1" presStyleIdx="3" presStyleCnt="5">
        <dgm:presLayoutVars>
          <dgm:bulletEnabled val="1"/>
        </dgm:presLayoutVars>
      </dgm:prSet>
      <dgm:spPr/>
    </dgm:pt>
    <dgm:pt modelId="{B70FE96A-5EBB-424A-AA69-1280234FE044}" type="pres">
      <dgm:prSet presAssocID="{1C59C8E2-C9F0-4F51-8D82-994F8E8581DA}" presName="childTextBox" presStyleLbl="fgAccFollowNode1" presStyleIdx="4" presStyleCnt="5">
        <dgm:presLayoutVars>
          <dgm:bulletEnabled val="1"/>
        </dgm:presLayoutVars>
      </dgm:prSet>
      <dgm:spPr/>
    </dgm:pt>
  </dgm:ptLst>
  <dgm:cxnLst>
    <dgm:cxn modelId="{7B55EF08-FFDA-4F7B-9047-C3C6E5E6BF08}" srcId="{48E40189-255D-4DB1-82D7-D6F311CD5A80}" destId="{FDB72D4F-1F69-456F-9D9B-608084A015F5}" srcOrd="2" destOrd="0" parTransId="{689C730D-198A-4DA2-A598-B36D0F180E34}" sibTransId="{A0A7B1AB-9E54-4CDA-8A6F-69FEF89D8AB7}"/>
    <dgm:cxn modelId="{68211839-820F-4A9F-8FBE-B7C946963854}" type="presOf" srcId="{FDB72D4F-1F69-456F-9D9B-608084A015F5}" destId="{D828CEB6-708C-492A-BE7C-F7AFF80114AC}" srcOrd="0" destOrd="0" presId="urn:microsoft.com/office/officeart/2005/8/layout/process4"/>
    <dgm:cxn modelId="{34203A5F-622D-4EDA-8BEA-7C875A43E078}" srcId="{48E40189-255D-4DB1-82D7-D6F311CD5A80}" destId="{A9C5ED64-1B77-4039-A1B2-7F2C41DB168B}" srcOrd="1" destOrd="0" parTransId="{938510F2-9135-4748-BAC7-10667D441F90}" sibTransId="{84C962D7-71AC-4904-B320-FF40C9D7C334}"/>
    <dgm:cxn modelId="{E32EB042-44E2-44E5-BEF5-F8EBD9736B23}" srcId="{E81D93C1-0448-47C9-B7BC-22422771CA47}" destId="{48E40189-255D-4DB1-82D7-D6F311CD5A80}" srcOrd="0" destOrd="0" parTransId="{6A9D9722-56A8-4491-B38F-CB71D9D02026}" sibTransId="{84D23D91-E457-4B36-8AC3-6E90F893AF41}"/>
    <dgm:cxn modelId="{C5AF6863-BCD1-46E0-A7D3-87A55017334C}" type="presOf" srcId="{E81D93C1-0448-47C9-B7BC-22422771CA47}" destId="{E1C0B968-4E7F-4A1B-8081-FD6848795F46}" srcOrd="0" destOrd="0" presId="urn:microsoft.com/office/officeart/2005/8/layout/process4"/>
    <dgm:cxn modelId="{D17F3C4D-0273-4F3B-935C-E334E9BEA19E}" srcId="{48E40189-255D-4DB1-82D7-D6F311CD5A80}" destId="{FAE5D236-2DFE-4EB2-A983-F9AD9621526F}" srcOrd="0" destOrd="0" parTransId="{04137DA2-64EE-4DB5-937B-CCF1E062D327}" sibTransId="{4A4DBA8C-40A4-4F98-A9BC-1D8F7FCA2B99}"/>
    <dgm:cxn modelId="{1268714E-60CB-4606-B4D1-67CBD8D2C008}" type="presOf" srcId="{8D58BA3C-0C74-4618-ADC8-205480C00E59}" destId="{CB001E31-6172-4D67-96BE-B03723EE9F09}" srcOrd="0" destOrd="0" presId="urn:microsoft.com/office/officeart/2005/8/layout/process4"/>
    <dgm:cxn modelId="{51C5A058-2503-4FA3-8EF8-841DFE1A0462}" type="presOf" srcId="{48E40189-255D-4DB1-82D7-D6F311CD5A80}" destId="{64582343-C914-48EC-9B41-D055A10A7301}" srcOrd="0" destOrd="0" presId="urn:microsoft.com/office/officeart/2005/8/layout/process4"/>
    <dgm:cxn modelId="{3B34308A-D77C-477D-A4E2-7731CB91A45C}" type="presOf" srcId="{A9C5ED64-1B77-4039-A1B2-7F2C41DB168B}" destId="{588B44B3-FECB-4265-B502-DFB0F256BA54}" srcOrd="0" destOrd="0" presId="urn:microsoft.com/office/officeart/2005/8/layout/process4"/>
    <dgm:cxn modelId="{B4C0828C-EE76-4D5C-9810-A84733EB5C05}" srcId="{48E40189-255D-4DB1-82D7-D6F311CD5A80}" destId="{8D58BA3C-0C74-4618-ADC8-205480C00E59}" srcOrd="3" destOrd="0" parTransId="{E51B03FD-154A-4793-9CF2-53EEF8FB925F}" sibTransId="{4DFF5315-54BE-4091-A3AA-E7168F2A329D}"/>
    <dgm:cxn modelId="{6BB1C6A0-46EF-4064-B7A9-2F98678565ED}" type="presOf" srcId="{FAE5D236-2DFE-4EB2-A983-F9AD9621526F}" destId="{094BB65C-2936-4DB8-B939-4016BE94F84B}" srcOrd="0" destOrd="0" presId="urn:microsoft.com/office/officeart/2005/8/layout/process4"/>
    <dgm:cxn modelId="{8AA957CF-3887-422F-8984-0F7784FFE170}" srcId="{48E40189-255D-4DB1-82D7-D6F311CD5A80}" destId="{1C59C8E2-C9F0-4F51-8D82-994F8E8581DA}" srcOrd="4" destOrd="0" parTransId="{31AF5FB1-8DE1-4ABF-90A7-3F02168011A0}" sibTransId="{38F3CA07-7C7E-429C-964E-F9AD1F375599}"/>
    <dgm:cxn modelId="{5D2F3CDE-24BD-49EA-9F49-1D347202F81E}" type="presOf" srcId="{1C59C8E2-C9F0-4F51-8D82-994F8E8581DA}" destId="{B70FE96A-5EBB-424A-AA69-1280234FE044}" srcOrd="0" destOrd="0" presId="urn:microsoft.com/office/officeart/2005/8/layout/process4"/>
    <dgm:cxn modelId="{BFE6D4ED-ED95-45C9-8AC2-A8D181785DA6}" type="presOf" srcId="{48E40189-255D-4DB1-82D7-D6F311CD5A80}" destId="{A0B546AB-935C-4F5A-8E64-6C1C8F1749C0}" srcOrd="1" destOrd="0" presId="urn:microsoft.com/office/officeart/2005/8/layout/process4"/>
    <dgm:cxn modelId="{DBEF8607-EDE8-48DC-924E-940EC46D8794}" type="presParOf" srcId="{E1C0B968-4E7F-4A1B-8081-FD6848795F46}" destId="{6773A2EB-31E5-4866-9533-27E13A7F6866}" srcOrd="0" destOrd="0" presId="urn:microsoft.com/office/officeart/2005/8/layout/process4"/>
    <dgm:cxn modelId="{015E7721-809B-4A84-A743-8D8FF74AA1F4}" type="presParOf" srcId="{6773A2EB-31E5-4866-9533-27E13A7F6866}" destId="{64582343-C914-48EC-9B41-D055A10A7301}" srcOrd="0" destOrd="0" presId="urn:microsoft.com/office/officeart/2005/8/layout/process4"/>
    <dgm:cxn modelId="{2219D030-BBAA-4632-B97B-60F61214A2A3}" type="presParOf" srcId="{6773A2EB-31E5-4866-9533-27E13A7F6866}" destId="{A0B546AB-935C-4F5A-8E64-6C1C8F1749C0}" srcOrd="1" destOrd="0" presId="urn:microsoft.com/office/officeart/2005/8/layout/process4"/>
    <dgm:cxn modelId="{F03755A5-853A-415F-9FFA-23E343FD073E}" type="presParOf" srcId="{6773A2EB-31E5-4866-9533-27E13A7F6866}" destId="{8290B94B-9DC2-4DF8-AD05-A4467D337BC9}" srcOrd="2" destOrd="0" presId="urn:microsoft.com/office/officeart/2005/8/layout/process4"/>
    <dgm:cxn modelId="{E1B55ED4-2305-479F-805C-AAB81F785D7E}" type="presParOf" srcId="{8290B94B-9DC2-4DF8-AD05-A4467D337BC9}" destId="{094BB65C-2936-4DB8-B939-4016BE94F84B}" srcOrd="0" destOrd="0" presId="urn:microsoft.com/office/officeart/2005/8/layout/process4"/>
    <dgm:cxn modelId="{5737BCDA-8781-4043-BE4C-1117A7E3F96B}" type="presParOf" srcId="{8290B94B-9DC2-4DF8-AD05-A4467D337BC9}" destId="{588B44B3-FECB-4265-B502-DFB0F256BA54}" srcOrd="1" destOrd="0" presId="urn:microsoft.com/office/officeart/2005/8/layout/process4"/>
    <dgm:cxn modelId="{2A6998EC-3DCC-49EB-B10A-1AA5E763B392}" type="presParOf" srcId="{8290B94B-9DC2-4DF8-AD05-A4467D337BC9}" destId="{D828CEB6-708C-492A-BE7C-F7AFF80114AC}" srcOrd="2" destOrd="0" presId="urn:microsoft.com/office/officeart/2005/8/layout/process4"/>
    <dgm:cxn modelId="{85B63093-D41B-4943-90C0-B1DF703F6112}" type="presParOf" srcId="{8290B94B-9DC2-4DF8-AD05-A4467D337BC9}" destId="{CB001E31-6172-4D67-96BE-B03723EE9F09}" srcOrd="3" destOrd="0" presId="urn:microsoft.com/office/officeart/2005/8/layout/process4"/>
    <dgm:cxn modelId="{DE78DBEC-8FAF-41C2-A365-C4B19374E95B}" type="presParOf" srcId="{8290B94B-9DC2-4DF8-AD05-A4467D337BC9}" destId="{B70FE96A-5EBB-424A-AA69-1280234FE044}" srcOrd="4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175ABE-0D48-4375-97A6-9A6D71364A57}">
      <dsp:nvSpPr>
        <dsp:cNvPr id="0" name=""/>
        <dsp:cNvSpPr/>
      </dsp:nvSpPr>
      <dsp:spPr>
        <a:xfrm>
          <a:off x="0" y="25829"/>
          <a:ext cx="6506304" cy="10038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400" kern="1200" baseline="0"/>
            <a:t>Uvod</a:t>
          </a:r>
          <a:endParaRPr lang="en-US" sz="4400" kern="1200"/>
        </a:p>
      </dsp:txBody>
      <dsp:txXfrm>
        <a:off x="49004" y="74833"/>
        <a:ext cx="6408296" cy="905852"/>
      </dsp:txXfrm>
    </dsp:sp>
    <dsp:sp modelId="{30A58BFF-F281-4E45-A7EB-87239568BA47}">
      <dsp:nvSpPr>
        <dsp:cNvPr id="0" name=""/>
        <dsp:cNvSpPr/>
      </dsp:nvSpPr>
      <dsp:spPr>
        <a:xfrm>
          <a:off x="0" y="1156409"/>
          <a:ext cx="6506304" cy="1003860"/>
        </a:xfrm>
        <a:prstGeom prst="roundRect">
          <a:avLst/>
        </a:prstGeom>
        <a:solidFill>
          <a:schemeClr val="accent2">
            <a:hueOff val="-41413"/>
            <a:satOff val="-13584"/>
            <a:lumOff val="-495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400" kern="1200" dirty="0"/>
            <a:t>Teorijska osnova</a:t>
          </a:r>
          <a:endParaRPr lang="en-US" sz="4400" kern="1200" dirty="0"/>
        </a:p>
      </dsp:txBody>
      <dsp:txXfrm>
        <a:off x="49004" y="1205413"/>
        <a:ext cx="6408296" cy="905852"/>
      </dsp:txXfrm>
    </dsp:sp>
    <dsp:sp modelId="{1372B656-F61C-4F70-A32B-A94C8F929273}">
      <dsp:nvSpPr>
        <dsp:cNvPr id="0" name=""/>
        <dsp:cNvSpPr/>
      </dsp:nvSpPr>
      <dsp:spPr>
        <a:xfrm>
          <a:off x="0" y="2286990"/>
          <a:ext cx="6506304" cy="1003860"/>
        </a:xfrm>
        <a:prstGeom prst="roundRect">
          <a:avLst/>
        </a:prstGeom>
        <a:solidFill>
          <a:schemeClr val="accent2">
            <a:hueOff val="-82827"/>
            <a:satOff val="-27168"/>
            <a:lumOff val="-990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400" kern="1200" baseline="0" dirty="0"/>
            <a:t>Korištene tehnologije</a:t>
          </a:r>
          <a:endParaRPr lang="en-US" sz="4400" kern="1200" dirty="0"/>
        </a:p>
      </dsp:txBody>
      <dsp:txXfrm>
        <a:off x="49004" y="2335994"/>
        <a:ext cx="6408296" cy="905852"/>
      </dsp:txXfrm>
    </dsp:sp>
    <dsp:sp modelId="{1657043E-BFBB-42FC-92CE-1F7AA30CCD55}">
      <dsp:nvSpPr>
        <dsp:cNvPr id="0" name=""/>
        <dsp:cNvSpPr/>
      </dsp:nvSpPr>
      <dsp:spPr>
        <a:xfrm>
          <a:off x="0" y="3417570"/>
          <a:ext cx="6506304" cy="1003860"/>
        </a:xfrm>
        <a:prstGeom prst="roundRect">
          <a:avLst/>
        </a:prstGeom>
        <a:solidFill>
          <a:schemeClr val="accent2">
            <a:hueOff val="-124240"/>
            <a:satOff val="-40751"/>
            <a:lumOff val="-1485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400" kern="1200" baseline="0" dirty="0"/>
            <a:t>Implementacija aplikacije</a:t>
          </a:r>
          <a:endParaRPr lang="en-US" sz="4400" kern="1200" dirty="0"/>
        </a:p>
      </dsp:txBody>
      <dsp:txXfrm>
        <a:off x="49004" y="3466574"/>
        <a:ext cx="6408296" cy="905852"/>
      </dsp:txXfrm>
    </dsp:sp>
    <dsp:sp modelId="{1254A95F-2BEA-4EE6-B3F6-AA49D7167F93}">
      <dsp:nvSpPr>
        <dsp:cNvPr id="0" name=""/>
        <dsp:cNvSpPr/>
      </dsp:nvSpPr>
      <dsp:spPr>
        <a:xfrm>
          <a:off x="0" y="4548150"/>
          <a:ext cx="6506304" cy="1003860"/>
        </a:xfrm>
        <a:prstGeom prst="roundRect">
          <a:avLst/>
        </a:prstGeom>
        <a:solidFill>
          <a:schemeClr val="accent2">
            <a:hueOff val="-165654"/>
            <a:satOff val="-54335"/>
            <a:lumOff val="-198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400" kern="1200" baseline="0" dirty="0"/>
            <a:t>Zaključak</a:t>
          </a:r>
          <a:endParaRPr lang="en-US" sz="4400" kern="1200" dirty="0"/>
        </a:p>
      </dsp:txBody>
      <dsp:txXfrm>
        <a:off x="49004" y="4597154"/>
        <a:ext cx="6408296" cy="9058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546AB-935C-4F5A-8E64-6C1C8F1749C0}">
      <dsp:nvSpPr>
        <dsp:cNvPr id="0" name=""/>
        <dsp:cNvSpPr/>
      </dsp:nvSpPr>
      <dsp:spPr>
        <a:xfrm>
          <a:off x="0" y="0"/>
          <a:ext cx="9601200" cy="3581400"/>
        </a:xfrm>
        <a:prstGeom prst="rect">
          <a:avLst/>
        </a:prstGeom>
        <a:solidFill>
          <a:schemeClr val="bg2">
            <a:lumMod val="1000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6500" kern="1200" dirty="0"/>
            <a:t>Python</a:t>
          </a:r>
          <a:endParaRPr lang="en-US" sz="6500" kern="1200" dirty="0"/>
        </a:p>
      </dsp:txBody>
      <dsp:txXfrm>
        <a:off x="0" y="0"/>
        <a:ext cx="9601200" cy="1933956"/>
      </dsp:txXfrm>
    </dsp:sp>
    <dsp:sp modelId="{094BB65C-2936-4DB8-B939-4016BE94F84B}">
      <dsp:nvSpPr>
        <dsp:cNvPr id="0" name=""/>
        <dsp:cNvSpPr/>
      </dsp:nvSpPr>
      <dsp:spPr>
        <a:xfrm>
          <a:off x="0" y="1862328"/>
          <a:ext cx="2400300" cy="164744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 dirty="0"/>
            <a:t>PyQt6 - GUI</a:t>
          </a:r>
          <a:endParaRPr lang="en-US" sz="2700" kern="1200" dirty="0"/>
        </a:p>
      </dsp:txBody>
      <dsp:txXfrm>
        <a:off x="0" y="1862328"/>
        <a:ext cx="2400300" cy="1647444"/>
      </dsp:txXfrm>
    </dsp:sp>
    <dsp:sp modelId="{588B44B3-FECB-4265-B502-DFB0F256BA54}">
      <dsp:nvSpPr>
        <dsp:cNvPr id="0" name=""/>
        <dsp:cNvSpPr/>
      </dsp:nvSpPr>
      <dsp:spPr>
        <a:xfrm>
          <a:off x="2400300" y="1862328"/>
          <a:ext cx="2400300" cy="1647444"/>
        </a:xfrm>
        <a:prstGeom prst="rect">
          <a:avLst/>
        </a:prstGeom>
        <a:solidFill>
          <a:schemeClr val="accent2">
            <a:tint val="40000"/>
            <a:alpha val="90000"/>
            <a:hueOff val="-11941"/>
            <a:satOff val="-18222"/>
            <a:lumOff val="-1882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11941"/>
              <a:satOff val="-18222"/>
              <a:lumOff val="-1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i="0" kern="1200" dirty="0"/>
            <a:t>NumPy/SciPy – matematički izrazi</a:t>
          </a:r>
          <a:endParaRPr lang="en-US" sz="2700" kern="1200" dirty="0"/>
        </a:p>
      </dsp:txBody>
      <dsp:txXfrm>
        <a:off x="2400300" y="1862328"/>
        <a:ext cx="2400300" cy="1647444"/>
      </dsp:txXfrm>
    </dsp:sp>
    <dsp:sp modelId="{D828CEB6-708C-492A-BE7C-F7AFF80114AC}">
      <dsp:nvSpPr>
        <dsp:cNvPr id="0" name=""/>
        <dsp:cNvSpPr/>
      </dsp:nvSpPr>
      <dsp:spPr>
        <a:xfrm>
          <a:off x="4800600" y="1862328"/>
          <a:ext cx="2400300" cy="1647444"/>
        </a:xfrm>
        <a:prstGeom prst="rect">
          <a:avLst/>
        </a:prstGeom>
        <a:solidFill>
          <a:schemeClr val="accent2">
            <a:tint val="40000"/>
            <a:alpha val="90000"/>
            <a:hueOff val="-23882"/>
            <a:satOff val="-36445"/>
            <a:lumOff val="-3764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23882"/>
              <a:satOff val="-36445"/>
              <a:lumOff val="-37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 dirty="0"/>
            <a:t>SQLite – baza materijala</a:t>
          </a:r>
          <a:endParaRPr lang="en-US" sz="2700" kern="1200" dirty="0"/>
        </a:p>
      </dsp:txBody>
      <dsp:txXfrm>
        <a:off x="4800600" y="1862328"/>
        <a:ext cx="2400300" cy="1647444"/>
      </dsp:txXfrm>
    </dsp:sp>
    <dsp:sp modelId="{CB001E31-6172-4D67-96BE-B03723EE9F09}">
      <dsp:nvSpPr>
        <dsp:cNvPr id="0" name=""/>
        <dsp:cNvSpPr/>
      </dsp:nvSpPr>
      <dsp:spPr>
        <a:xfrm>
          <a:off x="7200899" y="1862328"/>
          <a:ext cx="2400300" cy="1647444"/>
        </a:xfrm>
        <a:prstGeom prst="rect">
          <a:avLst/>
        </a:prstGeom>
        <a:solidFill>
          <a:schemeClr val="accent2">
            <a:tint val="40000"/>
            <a:alpha val="90000"/>
            <a:hueOff val="-35823"/>
            <a:satOff val="-54667"/>
            <a:lumOff val="-5646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35823"/>
              <a:satOff val="-54667"/>
              <a:lumOff val="-5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 dirty="0"/>
            <a:t>Matplotlib - grafovi</a:t>
          </a:r>
          <a:endParaRPr lang="en-US" sz="2700" kern="1200" dirty="0"/>
        </a:p>
      </dsp:txBody>
      <dsp:txXfrm>
        <a:off x="7200899" y="1862328"/>
        <a:ext cx="2400300" cy="16474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546AB-935C-4F5A-8E64-6C1C8F1749C0}">
      <dsp:nvSpPr>
        <dsp:cNvPr id="0" name=""/>
        <dsp:cNvSpPr/>
      </dsp:nvSpPr>
      <dsp:spPr>
        <a:xfrm>
          <a:off x="0" y="0"/>
          <a:ext cx="9601200" cy="3581400"/>
        </a:xfrm>
        <a:prstGeom prst="rect">
          <a:avLst/>
        </a:prstGeom>
        <a:solidFill>
          <a:schemeClr val="bg2">
            <a:lumMod val="1000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6500" kern="1200" dirty="0"/>
            <a:t>Aplikacija</a:t>
          </a:r>
          <a:endParaRPr lang="en-US" sz="6500" kern="1200" dirty="0"/>
        </a:p>
      </dsp:txBody>
      <dsp:txXfrm>
        <a:off x="0" y="0"/>
        <a:ext cx="9601200" cy="1933956"/>
      </dsp:txXfrm>
    </dsp:sp>
    <dsp:sp modelId="{094BB65C-2936-4DB8-B939-4016BE94F84B}">
      <dsp:nvSpPr>
        <dsp:cNvPr id="0" name=""/>
        <dsp:cNvSpPr/>
      </dsp:nvSpPr>
      <dsp:spPr>
        <a:xfrm>
          <a:off x="1172" y="1862328"/>
          <a:ext cx="1919771" cy="164744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/>
            <a:t>Ulazi</a:t>
          </a:r>
          <a:endParaRPr lang="en-US" sz="2400" kern="1200" dirty="0"/>
        </a:p>
      </dsp:txBody>
      <dsp:txXfrm>
        <a:off x="1172" y="1862328"/>
        <a:ext cx="1919771" cy="1647444"/>
      </dsp:txXfrm>
    </dsp:sp>
    <dsp:sp modelId="{588B44B3-FECB-4265-B502-DFB0F256BA54}">
      <dsp:nvSpPr>
        <dsp:cNvPr id="0" name=""/>
        <dsp:cNvSpPr/>
      </dsp:nvSpPr>
      <dsp:spPr>
        <a:xfrm>
          <a:off x="1920943" y="1862328"/>
          <a:ext cx="1919771" cy="1647444"/>
        </a:xfrm>
        <a:prstGeom prst="rect">
          <a:avLst/>
        </a:prstGeom>
        <a:solidFill>
          <a:schemeClr val="accent2">
            <a:tint val="40000"/>
            <a:alpha val="90000"/>
            <a:hueOff val="-8956"/>
            <a:satOff val="-13667"/>
            <a:lumOff val="-1412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8956"/>
              <a:satOff val="-13667"/>
              <a:lumOff val="-14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i="0" kern="1200" dirty="0"/>
            <a:t>Materijali</a:t>
          </a:r>
          <a:endParaRPr lang="en-US" sz="2400" kern="1200" dirty="0"/>
        </a:p>
      </dsp:txBody>
      <dsp:txXfrm>
        <a:off x="1920943" y="1862328"/>
        <a:ext cx="1919771" cy="1647444"/>
      </dsp:txXfrm>
    </dsp:sp>
    <dsp:sp modelId="{D828CEB6-708C-492A-BE7C-F7AFF80114AC}">
      <dsp:nvSpPr>
        <dsp:cNvPr id="0" name=""/>
        <dsp:cNvSpPr/>
      </dsp:nvSpPr>
      <dsp:spPr>
        <a:xfrm>
          <a:off x="3840714" y="1862328"/>
          <a:ext cx="1919771" cy="1647444"/>
        </a:xfrm>
        <a:prstGeom prst="rect">
          <a:avLst/>
        </a:prstGeom>
        <a:solidFill>
          <a:schemeClr val="accent2">
            <a:tint val="40000"/>
            <a:alpha val="90000"/>
            <a:hueOff val="-17911"/>
            <a:satOff val="-27334"/>
            <a:lumOff val="-2823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17911"/>
              <a:satOff val="-27334"/>
              <a:lumOff val="-2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/>
            <a:t>Vizualizacija</a:t>
          </a:r>
          <a:endParaRPr lang="en-US" sz="2400" kern="1200" dirty="0"/>
        </a:p>
      </dsp:txBody>
      <dsp:txXfrm>
        <a:off x="3840714" y="1862328"/>
        <a:ext cx="1919771" cy="1647444"/>
      </dsp:txXfrm>
    </dsp:sp>
    <dsp:sp modelId="{CB001E31-6172-4D67-96BE-B03723EE9F09}">
      <dsp:nvSpPr>
        <dsp:cNvPr id="0" name=""/>
        <dsp:cNvSpPr/>
      </dsp:nvSpPr>
      <dsp:spPr>
        <a:xfrm>
          <a:off x="5760485" y="1862328"/>
          <a:ext cx="1919771" cy="1647444"/>
        </a:xfrm>
        <a:prstGeom prst="rect">
          <a:avLst/>
        </a:prstGeom>
        <a:solidFill>
          <a:schemeClr val="accent2">
            <a:tint val="40000"/>
            <a:alpha val="90000"/>
            <a:hueOff val="-26867"/>
            <a:satOff val="-41000"/>
            <a:lumOff val="-4235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26867"/>
              <a:satOff val="-41000"/>
              <a:lumOff val="-4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/>
            <a:t>Audio</a:t>
          </a:r>
          <a:endParaRPr lang="en-US" sz="2400" kern="1200" dirty="0"/>
        </a:p>
      </dsp:txBody>
      <dsp:txXfrm>
        <a:off x="5760485" y="1862328"/>
        <a:ext cx="1919771" cy="1647444"/>
      </dsp:txXfrm>
    </dsp:sp>
    <dsp:sp modelId="{B70FE96A-5EBB-424A-AA69-1280234FE044}">
      <dsp:nvSpPr>
        <dsp:cNvPr id="0" name=""/>
        <dsp:cNvSpPr/>
      </dsp:nvSpPr>
      <dsp:spPr>
        <a:xfrm>
          <a:off x="7680256" y="1862328"/>
          <a:ext cx="1919771" cy="1647444"/>
        </a:xfrm>
        <a:prstGeom prst="rect">
          <a:avLst/>
        </a:prstGeom>
        <a:solidFill>
          <a:schemeClr val="accent2">
            <a:tint val="40000"/>
            <a:alpha val="90000"/>
            <a:hueOff val="-35823"/>
            <a:satOff val="-54667"/>
            <a:lumOff val="-5646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35823"/>
              <a:satOff val="-54667"/>
              <a:lumOff val="-5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/>
            <a:t>Rezultati</a:t>
          </a:r>
          <a:endParaRPr lang="en-US" sz="2400" kern="1200" dirty="0"/>
        </a:p>
      </dsp:txBody>
      <dsp:txXfrm>
        <a:off x="7680256" y="1862328"/>
        <a:ext cx="1919771" cy="1647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aglavlje sekcij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9DD0A7C-C840-CDD7-C1CA-B0854C80A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217977"/>
            <a:ext cx="8361229" cy="2098226"/>
          </a:xfrm>
        </p:spPr>
        <p:txBody>
          <a:bodyPr/>
          <a:lstStyle/>
          <a:p>
            <a:r>
              <a:rPr lang="hr-HR" sz="5400" dirty="0"/>
              <a:t>Višeplatformska aplikacija za izračun impulsnog odziva i auralizaciju prostorije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D046C766-D48F-E4DE-D2AA-42FD3FB49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4766" y="4316203"/>
            <a:ext cx="6831673" cy="1086237"/>
          </a:xfrm>
        </p:spPr>
        <p:txBody>
          <a:bodyPr/>
          <a:lstStyle/>
          <a:p>
            <a:pPr algn="l"/>
            <a:r>
              <a:rPr lang="hr-HR" dirty="0"/>
              <a:t>Student: Boris Boronjek</a:t>
            </a:r>
          </a:p>
          <a:p>
            <a:pPr algn="l"/>
            <a:r>
              <a:rPr lang="hr-HR" dirty="0"/>
              <a:t>Mentor: izv. prof. dr. sc. Marko Horvat (ZEA)</a:t>
            </a:r>
          </a:p>
        </p:txBody>
      </p:sp>
    </p:spTree>
    <p:extLst>
      <p:ext uri="{BB962C8B-B14F-4D97-AF65-F5344CB8AC3E}">
        <p14:creationId xmlns:p14="http://schemas.microsoft.com/office/powerpoint/2010/main" val="251235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3A7E10A-DB95-F559-0AE4-82C3B852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39704"/>
            <a:ext cx="3299579" cy="5577840"/>
          </a:xfrm>
        </p:spPr>
        <p:txBody>
          <a:bodyPr anchor="ctr">
            <a:normAutofit/>
          </a:bodyPr>
          <a:lstStyle/>
          <a:p>
            <a:pPr algn="ctr"/>
            <a:r>
              <a:rPr lang="hr-HR" dirty="0"/>
              <a:t>Sadržaj</a:t>
            </a:r>
            <a:endParaRPr lang="hr-HR"/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0EC9DDA2-148E-8D59-852F-897A530506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082660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90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8170A5E-E1D3-319C-F76D-0BA6995C9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6072"/>
          </a:xfrm>
        </p:spPr>
        <p:txBody>
          <a:bodyPr>
            <a:normAutofit fontScale="90000"/>
          </a:bodyPr>
          <a:lstStyle/>
          <a:p>
            <a:r>
              <a:rPr lang="hr-HR" dirty="0"/>
              <a:t>Uvod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BB88D9F-B0EA-8075-5D0D-C53606A7C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8877"/>
            <a:ext cx="9601200" cy="4398523"/>
          </a:xfrm>
        </p:spPr>
        <p:txBody>
          <a:bodyPr>
            <a:normAutofit/>
          </a:bodyPr>
          <a:lstStyle/>
          <a:p>
            <a:r>
              <a:rPr lang="hr-HR" sz="3200" dirty="0"/>
              <a:t>Akustika prostorija određuje način širenja i percepcije zvuka</a:t>
            </a:r>
          </a:p>
          <a:p>
            <a:r>
              <a:rPr lang="hr-HR" sz="3200" dirty="0"/>
              <a:t>Impulsni odziv opisuje akustička svojstva prostorije</a:t>
            </a:r>
          </a:p>
          <a:p>
            <a:r>
              <a:rPr lang="hr-HR" sz="3200" dirty="0"/>
              <a:t>Računalna simulacija omogućuje analizu prostora bez mjerenja</a:t>
            </a:r>
          </a:p>
          <a:p>
            <a:r>
              <a:rPr lang="hr-HR" sz="3200" dirty="0"/>
              <a:t>Razvijena je višeplatformska aplikacija za simulaciju akustike i auralizaciju zvuka.</a:t>
            </a:r>
          </a:p>
        </p:txBody>
      </p:sp>
    </p:spTree>
    <p:extLst>
      <p:ext uri="{BB962C8B-B14F-4D97-AF65-F5344CB8AC3E}">
        <p14:creationId xmlns:p14="http://schemas.microsoft.com/office/powerpoint/2010/main" val="241418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DAF0F1E-A8E4-1B15-CD88-DF71AD0B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83077"/>
          </a:xfrm>
        </p:spPr>
        <p:txBody>
          <a:bodyPr/>
          <a:lstStyle/>
          <a:p>
            <a:r>
              <a:rPr lang="hr-HR" dirty="0"/>
              <a:t>Akustika prostorija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1ECF1B9-6EDA-9069-17AF-564BDDAE6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6426"/>
            <a:ext cx="9601200" cy="4310974"/>
          </a:xfrm>
        </p:spPr>
        <p:txBody>
          <a:bodyPr>
            <a:normAutofit fontScale="77500" lnSpcReduction="20000"/>
          </a:bodyPr>
          <a:lstStyle/>
          <a:p>
            <a:r>
              <a:rPr lang="hr-HR" sz="3200" dirty="0"/>
              <a:t>Zvuk kao val</a:t>
            </a:r>
          </a:p>
          <a:p>
            <a:pPr lvl="1"/>
            <a:r>
              <a:rPr lang="hr-HR" sz="3200" i="0" dirty="0"/>
              <a:t>mehanički longitudinalni val </a:t>
            </a:r>
          </a:p>
          <a:p>
            <a:pPr lvl="1"/>
            <a:r>
              <a:rPr lang="hr-HR" sz="3200" i="0" dirty="0"/>
              <a:t>brzina zvuka u zraku ≈ 343 m/s </a:t>
            </a:r>
          </a:p>
          <a:p>
            <a:r>
              <a:rPr lang="hr-HR" sz="3200" dirty="0"/>
              <a:t>Interakcija zvuka s površinama</a:t>
            </a:r>
          </a:p>
          <a:p>
            <a:pPr lvl="1"/>
            <a:r>
              <a:rPr lang="hr-HR" sz="3200" i="0" dirty="0"/>
              <a:t>refleksija </a:t>
            </a:r>
          </a:p>
          <a:p>
            <a:pPr lvl="1"/>
            <a:r>
              <a:rPr lang="hr-HR" sz="3200" i="0" dirty="0"/>
              <a:t>apsorpcija </a:t>
            </a:r>
          </a:p>
          <a:p>
            <a:pPr lvl="1"/>
            <a:r>
              <a:rPr lang="hr-HR" sz="3200" i="0" dirty="0"/>
              <a:t>difuzija </a:t>
            </a:r>
          </a:p>
          <a:p>
            <a:r>
              <a:rPr lang="hr-HR" sz="3200" dirty="0"/>
              <a:t>Zvučno polje u prostoriji</a:t>
            </a:r>
          </a:p>
          <a:p>
            <a:pPr lvl="1"/>
            <a:r>
              <a:rPr lang="hr-HR" sz="3200" i="0" dirty="0"/>
              <a:t>direktni zvuk </a:t>
            </a:r>
          </a:p>
          <a:p>
            <a:pPr lvl="1"/>
            <a:r>
              <a:rPr lang="hr-HR" sz="3200" i="0" dirty="0"/>
              <a:t>rane refleksije </a:t>
            </a:r>
          </a:p>
          <a:p>
            <a:pPr lvl="1"/>
            <a:r>
              <a:rPr lang="hr-HR" sz="3200" i="0" dirty="0"/>
              <a:t>kasno (difuzno) zvučno polje</a:t>
            </a:r>
          </a:p>
        </p:txBody>
      </p:sp>
    </p:spTree>
    <p:extLst>
      <p:ext uri="{BB962C8B-B14F-4D97-AF65-F5344CB8AC3E}">
        <p14:creationId xmlns:p14="http://schemas.microsoft.com/office/powerpoint/2010/main" val="2311698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2EEBE-76B8-FF5C-6031-BC30C637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33AED53-93E1-C037-C079-55A900BC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83077"/>
          </a:xfrm>
        </p:spPr>
        <p:txBody>
          <a:bodyPr/>
          <a:lstStyle/>
          <a:p>
            <a:r>
              <a:rPr lang="hr-HR" dirty="0"/>
              <a:t>Vrijeme odjeka (RT60)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870DFE3-7FD6-0758-A4D4-B1D0269D6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556426"/>
            <a:ext cx="5694829" cy="4310974"/>
          </a:xfrm>
        </p:spPr>
        <p:txBody>
          <a:bodyPr>
            <a:normAutofit lnSpcReduction="10000"/>
          </a:bodyPr>
          <a:lstStyle/>
          <a:p>
            <a:r>
              <a:rPr lang="hr-HR" sz="3200" dirty="0"/>
              <a:t>Vrijeme potrebno da razina zvuka opadne za 60 dB</a:t>
            </a:r>
          </a:p>
          <a:p>
            <a:r>
              <a:rPr lang="hr-HR" sz="3200" dirty="0"/>
              <a:t>Jedan od najvažnijih parametara akustike prostorija</a:t>
            </a:r>
          </a:p>
          <a:p>
            <a:r>
              <a:rPr lang="hr-HR" sz="3200" dirty="0"/>
              <a:t>Ovisi o volumenu prostorije i apsorpciji materijala</a:t>
            </a:r>
          </a:p>
          <a:p>
            <a:r>
              <a:rPr lang="hr-HR" sz="3200" dirty="0"/>
              <a:t>Procjena pomoću Sabineove i Eyringove formule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1FDA0-7482-60CB-A83A-DFDCDC804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322" y="2766448"/>
            <a:ext cx="2886478" cy="29436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22EBC6-25A1-8D73-D100-06B41F02863D}"/>
                  </a:ext>
                </a:extLst>
              </p:cNvPr>
              <p:cNvSpPr txBox="1"/>
              <p:nvPr/>
            </p:nvSpPr>
            <p:spPr>
              <a:xfrm>
                <a:off x="7773712" y="1626894"/>
                <a:ext cx="121462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r-HR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hr-H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r-H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r-HR" i="1">
                              <a:latin typeface="Cambria Math" panose="02040503050406030204" pitchFamily="18" charset="0"/>
                            </a:rPr>
                            <m:t>0.161</m:t>
                          </m:r>
                          <m:r>
                            <a:rPr lang="hr-HR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hr-HR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hr-H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22EBC6-25A1-8D73-D100-06B41F028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712" y="1626894"/>
                <a:ext cx="1214628" cy="518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55AC52-71B6-9ADA-F9B8-CCE58BCACB9D}"/>
                  </a:ext>
                </a:extLst>
              </p:cNvPr>
              <p:cNvSpPr txBox="1"/>
              <p:nvPr/>
            </p:nvSpPr>
            <p:spPr>
              <a:xfrm>
                <a:off x="9164682" y="1556426"/>
                <a:ext cx="2359742" cy="65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r-H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hr-H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r-H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r-HR" i="0">
                              <a:latin typeface="Cambria Math" panose="02040503050406030204" pitchFamily="18" charset="0"/>
                            </a:rPr>
                            <m:t>0.161</m:t>
                          </m:r>
                          <m:r>
                            <a:rPr lang="hr-HR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hr-HR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hr-HR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m:rPr>
                              <m:sty m:val="p"/>
                            </m:rPr>
                            <a:rPr lang="hr-HR" i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hr-HR" i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hr-H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r-HR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hr-H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r-HR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hr-HR" i="1">
                                      <a:latin typeface="Cambria Math" panose="02040503050406030204" pitchFamily="18" charset="0"/>
                                    </a:rPr>
                                    <m:t>𝑠𝑟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r-H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55AC52-71B6-9ADA-F9B8-CCE58BCAC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682" y="1556426"/>
                <a:ext cx="2359742" cy="659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134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3192-36B3-8319-C418-67FA6550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86AF324-B0A1-1CC4-3BA4-19F0885E2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83077"/>
          </a:xfrm>
        </p:spPr>
        <p:txBody>
          <a:bodyPr/>
          <a:lstStyle/>
          <a:p>
            <a:r>
              <a:rPr lang="hr-HR" dirty="0"/>
              <a:t>Impulsni odziv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80F6D58-180F-9C6F-4D16-0B252C71F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6426"/>
            <a:ext cx="4724400" cy="4310974"/>
          </a:xfrm>
        </p:spPr>
        <p:txBody>
          <a:bodyPr>
            <a:normAutofit fontScale="92500" lnSpcReduction="20000"/>
          </a:bodyPr>
          <a:lstStyle/>
          <a:p>
            <a:r>
              <a:rPr lang="hr-HR" sz="3200" dirty="0"/>
              <a:t>Opisuje reakciju prostorije na kratkotrajni zvučni impuls</a:t>
            </a:r>
          </a:p>
          <a:p>
            <a:r>
              <a:rPr lang="hr-HR" sz="3200" dirty="0"/>
              <a:t>Sastoji se od:</a:t>
            </a:r>
          </a:p>
          <a:p>
            <a:pPr lvl="1"/>
            <a:r>
              <a:rPr lang="hr-HR" sz="3200" i="0" dirty="0"/>
              <a:t>direktnog zvuka </a:t>
            </a:r>
          </a:p>
          <a:p>
            <a:pPr lvl="1"/>
            <a:r>
              <a:rPr lang="hr-HR" sz="3200" i="0" dirty="0"/>
              <a:t>ranih refleksija </a:t>
            </a:r>
          </a:p>
          <a:p>
            <a:pPr lvl="1"/>
            <a:r>
              <a:rPr lang="hr-HR" sz="3200" i="0" dirty="0"/>
              <a:t>kasnog odjeka </a:t>
            </a:r>
          </a:p>
          <a:p>
            <a:r>
              <a:rPr lang="hr-HR" sz="3200" dirty="0"/>
              <a:t>Predstavlja osnovu za analizu i auralizaciju prostora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35F191-E4A6-F157-54A1-C7E9C99FE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994" y="2190930"/>
            <a:ext cx="5499276" cy="266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7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1548-11EC-C010-7FDA-BAA5F25E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CFB08B2-566D-BC62-9947-B888AFA2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83077"/>
          </a:xfrm>
        </p:spPr>
        <p:txBody>
          <a:bodyPr/>
          <a:lstStyle/>
          <a:p>
            <a:r>
              <a:rPr lang="hr-HR" dirty="0"/>
              <a:t>Metoda zrcalnih izvora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3F646C9-5132-0212-196C-76F6BF87D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6426"/>
            <a:ext cx="4724400" cy="4310974"/>
          </a:xfrm>
        </p:spPr>
        <p:txBody>
          <a:bodyPr>
            <a:normAutofit fontScale="77500" lnSpcReduction="20000"/>
          </a:bodyPr>
          <a:lstStyle/>
          <a:p>
            <a:r>
              <a:rPr lang="hr-HR" sz="3200" dirty="0"/>
              <a:t>Modeliranje ranih refleksija pomoću virtualnih izvora</a:t>
            </a:r>
          </a:p>
          <a:p>
            <a:r>
              <a:rPr lang="hr-HR" sz="3200" dirty="0"/>
              <a:t>Reflektirajuće plohe zamjenjuju se zrcalnim izvorima zvuka</a:t>
            </a:r>
          </a:p>
          <a:p>
            <a:r>
              <a:rPr lang="hr-HR" sz="3200" dirty="0"/>
              <a:t>Udaljenost izvora i slušatelja određuje kašnjenje i slabljenje</a:t>
            </a:r>
          </a:p>
          <a:p>
            <a:r>
              <a:rPr lang="hr-HR" sz="3200" dirty="0"/>
              <a:t>Broj refleksija ograničen zbog računalne složenosti</a:t>
            </a:r>
          </a:p>
          <a:p>
            <a:r>
              <a:rPr lang="hr-HR" sz="3200" dirty="0"/>
              <a:t>Korištena za generiranje ranog dijela impulsnog odziva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12F49-08CC-3035-5F42-84030A5ED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54" y="1468877"/>
            <a:ext cx="5212976" cy="424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3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1D72-A884-1AA4-E963-21EDD058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B1A6E19-603C-5534-6289-93B08506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83077"/>
          </a:xfrm>
        </p:spPr>
        <p:txBody>
          <a:bodyPr/>
          <a:lstStyle/>
          <a:p>
            <a:r>
              <a:rPr lang="hr-HR" dirty="0"/>
              <a:t>Auralizacija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7AEB245-CC65-5D79-DA64-5A5039346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6426"/>
            <a:ext cx="9601200" cy="4310974"/>
          </a:xfrm>
        </p:spPr>
        <p:txBody>
          <a:bodyPr>
            <a:normAutofit fontScale="85000" lnSpcReduction="10000"/>
          </a:bodyPr>
          <a:lstStyle/>
          <a:p>
            <a:r>
              <a:rPr lang="hr-HR" sz="3200" dirty="0"/>
              <a:t>Simulacija zvučnog doživljaja određene prostorije</a:t>
            </a:r>
          </a:p>
          <a:p>
            <a:r>
              <a:rPr lang="hr-HR" sz="3200" dirty="0"/>
              <a:t>Omogućuje slušnu procjenu utjecaja akustike prostora</a:t>
            </a:r>
          </a:p>
          <a:p>
            <a:r>
              <a:rPr lang="hr-HR" sz="3200" dirty="0"/>
              <a:t>Temelji se na konvoluciji ulaznog signala i impulsnog odziva</a:t>
            </a:r>
          </a:p>
          <a:p>
            <a:r>
              <a:rPr lang="hr-HR" sz="3200" dirty="0"/>
              <a:t>U obzir uzima:</a:t>
            </a:r>
          </a:p>
          <a:p>
            <a:pPr lvl="1"/>
            <a:r>
              <a:rPr lang="hr-HR" sz="3200" i="0" dirty="0"/>
              <a:t>direktni zvuk </a:t>
            </a:r>
          </a:p>
          <a:p>
            <a:pPr lvl="1"/>
            <a:r>
              <a:rPr lang="hr-HR" sz="3200" i="0" dirty="0"/>
              <a:t>refleksije </a:t>
            </a:r>
          </a:p>
          <a:p>
            <a:pPr lvl="1"/>
            <a:r>
              <a:rPr lang="hr-HR" sz="3200" i="0" dirty="0"/>
              <a:t>odjek prostorije </a:t>
            </a:r>
          </a:p>
          <a:p>
            <a:r>
              <a:rPr lang="hr-HR" sz="3200" dirty="0"/>
              <a:t>Omogućuje usporedbu utjecaja različitih prostornih parametara</a:t>
            </a:r>
          </a:p>
        </p:txBody>
      </p:sp>
    </p:spTree>
    <p:extLst>
      <p:ext uri="{BB962C8B-B14F-4D97-AF65-F5344CB8AC3E}">
        <p14:creationId xmlns:p14="http://schemas.microsoft.com/office/powerpoint/2010/main" val="3807374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C49D6-5DD7-75DB-A6A3-284A100F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67F5B41-F517-0F18-243B-B5ABA81E0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1987"/>
          </a:xfrm>
        </p:spPr>
        <p:txBody>
          <a:bodyPr>
            <a:normAutofit/>
          </a:bodyPr>
          <a:lstStyle/>
          <a:p>
            <a:r>
              <a:rPr lang="hr-HR" dirty="0"/>
              <a:t>Korištene tehnologije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8FEE9677-295F-9466-4314-D33097578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626186"/>
              </p:ext>
            </p:extLst>
          </p:nvPr>
        </p:nvGraphicFramePr>
        <p:xfrm>
          <a:off x="1371600" y="2003898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089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CD0E9-3BD2-9CEA-A9E4-A0E044C5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BEC6CD4-A0AA-80EA-C58A-B5B9F77A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1987"/>
          </a:xfrm>
        </p:spPr>
        <p:txBody>
          <a:bodyPr>
            <a:normAutofit/>
          </a:bodyPr>
          <a:lstStyle/>
          <a:p>
            <a:r>
              <a:rPr lang="hr-HR" dirty="0"/>
              <a:t>Arhitektura aplikacije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A10E562E-4256-3B10-D8EB-0A89B81F16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517299"/>
              </p:ext>
            </p:extLst>
          </p:nvPr>
        </p:nvGraphicFramePr>
        <p:xfrm>
          <a:off x="1371600" y="2003898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360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45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046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</p:grpSp>
      <p:sp useBgFill="1">
        <p:nvSpPr>
          <p:cNvPr id="1048" name="Rectangle 1047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706DAEB-B870-7D8A-1C7B-AFD21251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cap="all"/>
              <a:t>Modul za ulaze</a:t>
            </a:r>
          </a:p>
        </p:txBody>
      </p:sp>
      <p:sp>
        <p:nvSpPr>
          <p:cNvPr id="1050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sp>
        <p:nvSpPr>
          <p:cNvPr id="1052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1F7567-75BE-F5AD-30AC-57E8B4C93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23" y="1837903"/>
            <a:ext cx="5659222" cy="338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85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8" name="Group 2067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069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2070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</p:grpSp>
      <p:sp useBgFill="1">
        <p:nvSpPr>
          <p:cNvPr id="2072" name="Rectangle 2071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4DAE096-850D-9EE0-DF74-328AF790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700" cap="all"/>
              <a:t>Modul za materijale</a:t>
            </a:r>
          </a:p>
        </p:txBody>
      </p:sp>
      <p:sp>
        <p:nvSpPr>
          <p:cNvPr id="2074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sp>
        <p:nvSpPr>
          <p:cNvPr id="2076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2F52F-0F88-1F40-2E11-447084CF8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23" y="1406388"/>
            <a:ext cx="5659222" cy="42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65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3093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3094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</p:grpSp>
      <p:sp useBgFill="1">
        <p:nvSpPr>
          <p:cNvPr id="3096" name="Rectangle 3095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3EE287E-0158-9BA2-A04B-E997D1B2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800" cap="all"/>
              <a:t>Modul za vizualizaciju</a:t>
            </a:r>
          </a:p>
        </p:txBody>
      </p:sp>
      <p:sp>
        <p:nvSpPr>
          <p:cNvPr id="3098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sp>
        <p:nvSpPr>
          <p:cNvPr id="3100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FEB19-24C6-9AF0-3ED6-A26A33BAE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23" y="1547869"/>
            <a:ext cx="5659222" cy="396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08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14E1A-9656-3771-33BB-6DB9A691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3093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3094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</p:grpSp>
      <p:sp useBgFill="1">
        <p:nvSpPr>
          <p:cNvPr id="3096" name="Rectangle 3095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E47B289-861F-11E9-F05E-B2925F04A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cap="all"/>
              <a:t>Modul za audio</a:t>
            </a:r>
          </a:p>
        </p:txBody>
      </p:sp>
      <p:sp>
        <p:nvSpPr>
          <p:cNvPr id="3098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sp>
        <p:nvSpPr>
          <p:cNvPr id="3100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797E-8395-D59A-6439-14B307CB0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23" y="2545306"/>
            <a:ext cx="5659222" cy="19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B7D69-DB35-C630-D044-F212FD3FF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5" name="Group 3104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3106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3107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r-HR"/>
            </a:p>
          </p:txBody>
        </p:sp>
      </p:grpSp>
      <p:sp useBgFill="1">
        <p:nvSpPr>
          <p:cNvPr id="3109" name="Rectangle 3108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4BA544B-04A5-5628-E863-F3E59F23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cap="all"/>
              <a:t>Modul za rezultate</a:t>
            </a:r>
            <a:endParaRPr lang="en-US" sz="5100" cap="all" dirty="0"/>
          </a:p>
        </p:txBody>
      </p:sp>
      <p:sp>
        <p:nvSpPr>
          <p:cNvPr id="3111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sp>
        <p:nvSpPr>
          <p:cNvPr id="3113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r-H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6FB64-3494-6665-1D0A-11EFF1B85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23" y="1661053"/>
            <a:ext cx="5659222" cy="373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69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FDF1F-2B22-4C3A-4897-F65FE488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CD193E2-33A2-AB91-1E0C-5EF2B093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83077"/>
          </a:xfrm>
        </p:spPr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6921388-ECEF-FF86-6EA4-7C386C267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6426"/>
            <a:ext cx="9601200" cy="4310974"/>
          </a:xfrm>
        </p:spPr>
        <p:txBody>
          <a:bodyPr>
            <a:normAutofit fontScale="85000" lnSpcReduction="10000"/>
          </a:bodyPr>
          <a:lstStyle/>
          <a:p>
            <a:r>
              <a:rPr lang="hr-HR" sz="3200" dirty="0"/>
              <a:t>Razvijena višeplatformska aplikacija za simulaciju akustike prostorije</a:t>
            </a:r>
          </a:p>
          <a:p>
            <a:r>
              <a:rPr lang="hr-HR" sz="3200" dirty="0"/>
              <a:t>Implementiran izračun impulsnog odziva i vremena odjeka</a:t>
            </a:r>
          </a:p>
          <a:p>
            <a:r>
              <a:rPr lang="hr-HR" sz="3200" dirty="0"/>
              <a:t>Omogućeno modeliranje utjecaja geometrije prostorije i materijala</a:t>
            </a:r>
          </a:p>
          <a:p>
            <a:r>
              <a:rPr lang="hr-HR" sz="3200" dirty="0"/>
              <a:t>Razvijena vizualizacija refleksija i auralizacija zvuka</a:t>
            </a:r>
          </a:p>
          <a:p>
            <a:r>
              <a:rPr lang="hr-HR" sz="3200" dirty="0"/>
              <a:t>Rezultati pokazuju utjecaj apsorpcije i dimenzija prostora na akustička svojstva</a:t>
            </a:r>
          </a:p>
          <a:p>
            <a:r>
              <a:rPr lang="hr-HR" sz="3200" dirty="0"/>
              <a:t>Aplikacija povezuje teorijske modele akustike s praktičnom simulacijom</a:t>
            </a:r>
          </a:p>
        </p:txBody>
      </p:sp>
    </p:spTree>
    <p:extLst>
      <p:ext uri="{BB962C8B-B14F-4D97-AF65-F5344CB8AC3E}">
        <p14:creationId xmlns:p14="http://schemas.microsoft.com/office/powerpoint/2010/main" val="591245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1391D06-2E49-8A6C-CB83-B0FD21B63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610" y="2686050"/>
            <a:ext cx="9601200" cy="1485900"/>
          </a:xfrm>
        </p:spPr>
        <p:txBody>
          <a:bodyPr/>
          <a:lstStyle/>
          <a:p>
            <a:pPr algn="ctr"/>
            <a:r>
              <a:rPr lang="hr-HR" dirty="0"/>
              <a:t>HVALA NA POZORNOSTI!</a:t>
            </a:r>
          </a:p>
        </p:txBody>
      </p:sp>
    </p:spTree>
    <p:extLst>
      <p:ext uri="{BB962C8B-B14F-4D97-AF65-F5344CB8AC3E}">
        <p14:creationId xmlns:p14="http://schemas.microsoft.com/office/powerpoint/2010/main" val="714480233"/>
      </p:ext>
    </p:extLst>
  </p:cSld>
  <p:clrMapOvr>
    <a:masterClrMapping/>
  </p:clrMapOvr>
</p:sld>
</file>

<file path=ppt/theme/theme1.xml><?xml version="1.0" encoding="utf-8"?>
<a:theme xmlns:a="http://schemas.openxmlformats.org/drawingml/2006/main" name="Žetva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TM10001105[[fn=Žetva]]</Template>
  <TotalTime>327</TotalTime>
  <Words>338</Words>
  <Application>Microsoft Office PowerPoint</Application>
  <PresentationFormat>Widescreen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Cambria Math</vt:lpstr>
      <vt:lpstr>Franklin Gothic Book</vt:lpstr>
      <vt:lpstr>Žetva</vt:lpstr>
      <vt:lpstr>Višeplatformska aplikacija za izračun impulsnog odziva i auralizaciju prostorije</vt:lpstr>
      <vt:lpstr>Sadržaj</vt:lpstr>
      <vt:lpstr>Uvod</vt:lpstr>
      <vt:lpstr>Akustika prostorija</vt:lpstr>
      <vt:lpstr>Vrijeme odjeka (RT60)</vt:lpstr>
      <vt:lpstr>Impulsni odziv</vt:lpstr>
      <vt:lpstr>Metoda zrcalnih izvora</vt:lpstr>
      <vt:lpstr>Auralizacija</vt:lpstr>
      <vt:lpstr>Korištene tehnologije</vt:lpstr>
      <vt:lpstr>Arhitektura aplikacije</vt:lpstr>
      <vt:lpstr>Modul za ulaze</vt:lpstr>
      <vt:lpstr>Modul za materijale</vt:lpstr>
      <vt:lpstr>Modul za vizualizaciju</vt:lpstr>
      <vt:lpstr>Modul za audio</vt:lpstr>
      <vt:lpstr>Modul za rezultate</vt:lpstr>
      <vt:lpstr>Zaključak</vt:lpstr>
      <vt:lpstr>HVALA NA POZORNOSTI!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Boronjek</dc:creator>
  <cp:lastModifiedBy>Boris Boronjek</cp:lastModifiedBy>
  <cp:revision>14</cp:revision>
  <dcterms:created xsi:type="dcterms:W3CDTF">2024-07-03T13:16:12Z</dcterms:created>
  <dcterms:modified xsi:type="dcterms:W3CDTF">2026-07-09T11:57:42Z</dcterms:modified>
</cp:coreProperties>
</file>